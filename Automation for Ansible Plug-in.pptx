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
      <p:font typeface="Fira Sans Extra Condensed Medium"/>
      <p:regular r:id="rId20"/>
      <p:bold r:id="rId21"/>
      <p:italic r:id="rId22"/>
      <p:boldItalic r:id="rId23"/>
    </p:embeddedFont>
    <p:embeddedFont>
      <p:font typeface="Roboto Condensed"/>
      <p:regular r:id="rId24"/>
      <p:bold r:id="rId25"/>
      <p:italic r:id="rId26"/>
      <p:boldItalic r:id="rId27"/>
    </p:embeddedFont>
    <p:embeddedFont>
      <p:font typeface="Squada One"/>
      <p:regular r:id="rId28"/>
    </p:embeddedFont>
    <p:embeddedFont>
      <p:font typeface="Roboto Condensed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raSansExtraCondensedMedium-regular.fntdata"/><Relationship Id="rId22" Type="http://schemas.openxmlformats.org/officeDocument/2006/relationships/font" Target="fonts/FiraSansExtraCondensedMedium-italic.fntdata"/><Relationship Id="rId21" Type="http://schemas.openxmlformats.org/officeDocument/2006/relationships/font" Target="fonts/FiraSansExtraCondensedMedium-bold.fntdata"/><Relationship Id="rId24" Type="http://schemas.openxmlformats.org/officeDocument/2006/relationships/font" Target="fonts/RobotoCondensed-regular.fntdata"/><Relationship Id="rId23" Type="http://schemas.openxmlformats.org/officeDocument/2006/relationships/font" Target="fonts/FiraSansExtraCondensed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Condensed-italic.fntdata"/><Relationship Id="rId25" Type="http://schemas.openxmlformats.org/officeDocument/2006/relationships/font" Target="fonts/RobotoCondensed-bold.fntdata"/><Relationship Id="rId28" Type="http://schemas.openxmlformats.org/officeDocument/2006/relationships/font" Target="fonts/SquadaOne-regular.fntdata"/><Relationship Id="rId27" Type="http://schemas.openxmlformats.org/officeDocument/2006/relationships/font" Target="fonts/RobotoCondense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Condensed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CondensedLight-italic.fntdata"/><Relationship Id="rId30" Type="http://schemas.openxmlformats.org/officeDocument/2006/relationships/font" Target="fonts/RobotoCondensedLight-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Condensed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7d529e9727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7d529e9727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7d529e9727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7d529e9727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7d068d82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7d068d82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4 tasks involve setting up the environment and necessary software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7d4c627bf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7d4c627bf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3 tasks are what users can do </a:t>
            </a:r>
            <a:r>
              <a:rPr lang="en"/>
              <a:t>with</a:t>
            </a:r>
            <a:r>
              <a:rPr lang="en"/>
              <a:t> the task</a:t>
            </a:r>
            <a:endParaRPr/>
          </a:p>
          <a:p>
            <a:pPr indent="0" lvl="0" marL="0" rtl="0" algn="l">
              <a:spcBef>
                <a:spcPts val="0"/>
              </a:spcBef>
              <a:spcAft>
                <a:spcPts val="0"/>
              </a:spcAft>
              <a:buNone/>
            </a:pPr>
            <a:r>
              <a:rPr lang="en"/>
              <a:t>-last 2 task are overall what it should do as the project req</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7d2a39c7f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7d2a39c7f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7d2a39c7f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7d2a39c7f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plugins enable the user to create custom functionalities that are tailored to their specific needs.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7d2a39c7f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7d2a39c7f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7d068d82f3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7d068d82f3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7d068d82f3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7d068d82f3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freepik.es/foto-gratis/macho-angulo-casco-realidad-virtual_7133530.htm" TargetMode="External"/><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chemeClr val="accent1"/>
            </a:gs>
            <a:gs pos="100000">
              <a:schemeClr val="accent2"/>
            </a:gs>
          </a:gsLst>
          <a:lin ang="5400012" scaled="0"/>
        </a:gra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 name="Google Shape;11;p2"/>
          <p:cNvSpPr txBox="1"/>
          <p:nvPr/>
        </p:nvSpPr>
        <p:spPr>
          <a:xfrm flipH="1">
            <a:off x="1375550" y="3092475"/>
            <a:ext cx="6393000" cy="670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sz="6000">
              <a:solidFill>
                <a:srgbClr val="FFFFFF"/>
              </a:solidFill>
              <a:latin typeface="Squada One"/>
              <a:ea typeface="Squada One"/>
              <a:cs typeface="Squada One"/>
              <a:sym typeface="Squada One"/>
            </a:endParaRPr>
          </a:p>
        </p:txBody>
      </p:sp>
      <p:pic>
        <p:nvPicPr>
          <p:cNvPr id="12" name="Google Shape;12;p2"/>
          <p:cNvPicPr preferRelativeResize="0"/>
          <p:nvPr/>
        </p:nvPicPr>
        <p:blipFill>
          <a:blip r:embed="rId2">
            <a:alphaModFix/>
          </a:blip>
          <a:stretch>
            <a:fillRect/>
          </a:stretch>
        </p:blipFill>
        <p:spPr>
          <a:xfrm>
            <a:off x="63" y="-399756"/>
            <a:ext cx="9144000" cy="4369387"/>
          </a:xfrm>
          <a:prstGeom prst="rect">
            <a:avLst/>
          </a:prstGeom>
          <a:noFill/>
          <a:ln>
            <a:noFill/>
          </a:ln>
        </p:spPr>
      </p:pic>
      <p:sp>
        <p:nvSpPr>
          <p:cNvPr id="13" name="Google Shape;13;p2"/>
          <p:cNvSpPr txBox="1"/>
          <p:nvPr>
            <p:ph type="title"/>
          </p:nvPr>
        </p:nvSpPr>
        <p:spPr>
          <a:xfrm>
            <a:off x="457200" y="2932650"/>
            <a:ext cx="8229600" cy="5109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3000"/>
              <a:buFont typeface="Squada One"/>
              <a:buNone/>
              <a:defRPr sz="3000">
                <a:latin typeface="Squada One"/>
                <a:ea typeface="Squada One"/>
                <a:cs typeface="Squada One"/>
                <a:sym typeface="Squada One"/>
              </a:defRPr>
            </a:lvl2pPr>
            <a:lvl3pPr lvl="2">
              <a:spcBef>
                <a:spcPts val="0"/>
              </a:spcBef>
              <a:spcAft>
                <a:spcPts val="0"/>
              </a:spcAft>
              <a:buSzPts val="3000"/>
              <a:buFont typeface="Squada One"/>
              <a:buNone/>
              <a:defRPr sz="3000">
                <a:latin typeface="Squada One"/>
                <a:ea typeface="Squada One"/>
                <a:cs typeface="Squada One"/>
                <a:sym typeface="Squada One"/>
              </a:defRPr>
            </a:lvl3pPr>
            <a:lvl4pPr lvl="3">
              <a:spcBef>
                <a:spcPts val="0"/>
              </a:spcBef>
              <a:spcAft>
                <a:spcPts val="0"/>
              </a:spcAft>
              <a:buSzPts val="3000"/>
              <a:buFont typeface="Squada One"/>
              <a:buNone/>
              <a:defRPr sz="3000">
                <a:latin typeface="Squada One"/>
                <a:ea typeface="Squada One"/>
                <a:cs typeface="Squada One"/>
                <a:sym typeface="Squada One"/>
              </a:defRPr>
            </a:lvl4pPr>
            <a:lvl5pPr lvl="4">
              <a:spcBef>
                <a:spcPts val="0"/>
              </a:spcBef>
              <a:spcAft>
                <a:spcPts val="0"/>
              </a:spcAft>
              <a:buSzPts val="3000"/>
              <a:buFont typeface="Squada One"/>
              <a:buNone/>
              <a:defRPr sz="3000">
                <a:latin typeface="Squada One"/>
                <a:ea typeface="Squada One"/>
                <a:cs typeface="Squada One"/>
                <a:sym typeface="Squada One"/>
              </a:defRPr>
            </a:lvl5pPr>
            <a:lvl6pPr lvl="5">
              <a:spcBef>
                <a:spcPts val="0"/>
              </a:spcBef>
              <a:spcAft>
                <a:spcPts val="0"/>
              </a:spcAft>
              <a:buSzPts val="3000"/>
              <a:buFont typeface="Squada One"/>
              <a:buNone/>
              <a:defRPr sz="3000">
                <a:latin typeface="Squada One"/>
                <a:ea typeface="Squada One"/>
                <a:cs typeface="Squada One"/>
                <a:sym typeface="Squada One"/>
              </a:defRPr>
            </a:lvl6pPr>
            <a:lvl7pPr lvl="6">
              <a:spcBef>
                <a:spcPts val="0"/>
              </a:spcBef>
              <a:spcAft>
                <a:spcPts val="0"/>
              </a:spcAft>
              <a:buSzPts val="3000"/>
              <a:buFont typeface="Squada One"/>
              <a:buNone/>
              <a:defRPr sz="3000">
                <a:latin typeface="Squada One"/>
                <a:ea typeface="Squada One"/>
                <a:cs typeface="Squada One"/>
                <a:sym typeface="Squada One"/>
              </a:defRPr>
            </a:lvl7pPr>
            <a:lvl8pPr lvl="7">
              <a:spcBef>
                <a:spcPts val="0"/>
              </a:spcBef>
              <a:spcAft>
                <a:spcPts val="0"/>
              </a:spcAft>
              <a:buSzPts val="3000"/>
              <a:buFont typeface="Squada One"/>
              <a:buNone/>
              <a:defRPr sz="3000">
                <a:latin typeface="Squada One"/>
                <a:ea typeface="Squada One"/>
                <a:cs typeface="Squada One"/>
                <a:sym typeface="Squada One"/>
              </a:defRPr>
            </a:lvl8pPr>
            <a:lvl9pPr lvl="8">
              <a:spcBef>
                <a:spcPts val="0"/>
              </a:spcBef>
              <a:spcAft>
                <a:spcPts val="0"/>
              </a:spcAft>
              <a:buSzPts val="3000"/>
              <a:buFont typeface="Squada One"/>
              <a:buNone/>
              <a:defRPr sz="3000">
                <a:latin typeface="Squada One"/>
                <a:ea typeface="Squada One"/>
                <a:cs typeface="Squada One"/>
                <a:sym typeface="Squada One"/>
              </a:defRPr>
            </a:lvl9pPr>
          </a:lstStyle>
          <a:p/>
        </p:txBody>
      </p:sp>
      <p:sp>
        <p:nvSpPr>
          <p:cNvPr id="14" name="Google Shape;14;p2"/>
          <p:cNvSpPr txBox="1"/>
          <p:nvPr>
            <p:ph idx="1" type="subTitle"/>
          </p:nvPr>
        </p:nvSpPr>
        <p:spPr>
          <a:xfrm>
            <a:off x="457275" y="3192525"/>
            <a:ext cx="8229600" cy="417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type="ctrTitle"/>
          </p:nvPr>
        </p:nvSpPr>
        <p:spPr>
          <a:xfrm>
            <a:off x="4297175" y="2355550"/>
            <a:ext cx="4299000" cy="650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8" name="Google Shape;18;p3"/>
          <p:cNvSpPr txBox="1"/>
          <p:nvPr>
            <p:ph hasCustomPrompt="1" idx="2" type="title"/>
          </p:nvPr>
        </p:nvSpPr>
        <p:spPr>
          <a:xfrm>
            <a:off x="4297175" y="1317160"/>
            <a:ext cx="4299000" cy="1098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10000"/>
              <a:buNone/>
              <a:defRPr sz="100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p:nvPr>
            <p:ph idx="1" type="subTitle"/>
          </p:nvPr>
        </p:nvSpPr>
        <p:spPr>
          <a:xfrm>
            <a:off x="4297175" y="2900355"/>
            <a:ext cx="42990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20" name="Google Shape;20;p3"/>
          <p:cNvPicPr preferRelativeResize="0"/>
          <p:nvPr/>
        </p:nvPicPr>
        <p:blipFill>
          <a:blip r:embed="rId2">
            <a:alphaModFix/>
          </a:blip>
          <a:stretch>
            <a:fillRect/>
          </a:stretch>
        </p:blipFill>
        <p:spPr>
          <a:xfrm>
            <a:off x="16176" y="-501681"/>
            <a:ext cx="3802725" cy="3431200"/>
          </a:xfrm>
          <a:prstGeom prst="rect">
            <a:avLst/>
          </a:prstGeom>
          <a:noFill/>
          <a:ln>
            <a:noFill/>
          </a:ln>
        </p:spPr>
      </p:pic>
      <p:pic>
        <p:nvPicPr>
          <p:cNvPr id="21" name="Google Shape;21;p3"/>
          <p:cNvPicPr preferRelativeResize="0"/>
          <p:nvPr/>
        </p:nvPicPr>
        <p:blipFill>
          <a:blip r:embed="rId2">
            <a:alphaModFix/>
          </a:blip>
          <a:stretch>
            <a:fillRect/>
          </a:stretch>
        </p:blipFill>
        <p:spPr>
          <a:xfrm flipH="1" rot="10800000">
            <a:off x="10" y="2213744"/>
            <a:ext cx="3802725" cy="3431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580849" y="-923890"/>
            <a:ext cx="2300675" cy="2075900"/>
          </a:xfrm>
          <a:prstGeom prst="rect">
            <a:avLst/>
          </a:prstGeom>
          <a:noFill/>
          <a:ln>
            <a:noFill/>
          </a:ln>
        </p:spPr>
      </p:pic>
      <p:pic>
        <p:nvPicPr>
          <p:cNvPr id="25" name="Google Shape;25;p4"/>
          <p:cNvPicPr preferRelativeResize="0"/>
          <p:nvPr/>
        </p:nvPicPr>
        <p:blipFill>
          <a:blip r:embed="rId2">
            <a:alphaModFix/>
          </a:blip>
          <a:stretch>
            <a:fillRect/>
          </a:stretch>
        </p:blipFill>
        <p:spPr>
          <a:xfrm rot="10800000">
            <a:off x="7251655" y="3988100"/>
            <a:ext cx="2300675" cy="2075900"/>
          </a:xfrm>
          <a:prstGeom prst="rect">
            <a:avLst/>
          </a:prstGeom>
          <a:noFill/>
          <a:ln>
            <a:noFill/>
          </a:ln>
        </p:spPr>
      </p:pic>
      <p:sp>
        <p:nvSpPr>
          <p:cNvPr id="26" name="Google Shape;26;p4"/>
          <p:cNvSpPr txBox="1"/>
          <p:nvPr>
            <p:ph type="ctrTitle"/>
          </p:nvPr>
        </p:nvSpPr>
        <p:spPr>
          <a:xfrm flipH="1">
            <a:off x="502200" y="445025"/>
            <a:ext cx="8184600" cy="6705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27" name="Google Shape;27;p4"/>
          <p:cNvSpPr txBox="1"/>
          <p:nvPr>
            <p:ph idx="1" type="subTitle"/>
          </p:nvPr>
        </p:nvSpPr>
        <p:spPr>
          <a:xfrm>
            <a:off x="1255350" y="1454625"/>
            <a:ext cx="6633300" cy="3243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rgbClr val="434343"/>
              </a:buClr>
              <a:buSzPts val="1200"/>
              <a:buFont typeface="Livvic"/>
              <a:buAutoNum type="arabicPeriod"/>
              <a:defRPr sz="1200"/>
            </a:lvl1pPr>
            <a:lvl2pPr lvl="1" rtl="0">
              <a:lnSpc>
                <a:spcPct val="100000"/>
              </a:lnSpc>
              <a:spcBef>
                <a:spcPts val="0"/>
              </a:spcBef>
              <a:spcAft>
                <a:spcPts val="0"/>
              </a:spcAft>
              <a:buSzPts val="1200"/>
              <a:buAutoNum type="alphaLcPeriod"/>
              <a:defRPr sz="1200"/>
            </a:lvl2pPr>
            <a:lvl3pPr lvl="2" rtl="0">
              <a:lnSpc>
                <a:spcPct val="100000"/>
              </a:lnSpc>
              <a:spcBef>
                <a:spcPts val="0"/>
              </a:spcBef>
              <a:spcAft>
                <a:spcPts val="0"/>
              </a:spcAft>
              <a:buSzPts val="1200"/>
              <a:buAutoNum type="romanLcPeriod"/>
              <a:defRPr sz="1200"/>
            </a:lvl3pPr>
            <a:lvl4pPr lvl="3" rtl="0">
              <a:lnSpc>
                <a:spcPct val="100000"/>
              </a:lnSpc>
              <a:spcBef>
                <a:spcPts val="0"/>
              </a:spcBef>
              <a:spcAft>
                <a:spcPts val="0"/>
              </a:spcAft>
              <a:buSzPts val="1200"/>
              <a:buAutoNum type="arabicPeriod"/>
              <a:defRPr sz="1200"/>
            </a:lvl4pPr>
            <a:lvl5pPr lvl="4" rtl="0">
              <a:lnSpc>
                <a:spcPct val="100000"/>
              </a:lnSpc>
              <a:spcBef>
                <a:spcPts val="0"/>
              </a:spcBef>
              <a:spcAft>
                <a:spcPts val="0"/>
              </a:spcAft>
              <a:buSzPts val="1200"/>
              <a:buAutoNum type="alphaLcPeriod"/>
              <a:defRPr sz="1200"/>
            </a:lvl5pPr>
            <a:lvl6pPr lvl="5" rtl="0">
              <a:lnSpc>
                <a:spcPct val="100000"/>
              </a:lnSpc>
              <a:spcBef>
                <a:spcPts val="0"/>
              </a:spcBef>
              <a:spcAft>
                <a:spcPts val="0"/>
              </a:spcAft>
              <a:buSzPts val="1200"/>
              <a:buAutoNum type="romanLcPeriod"/>
              <a:defRPr sz="1200"/>
            </a:lvl6pPr>
            <a:lvl7pPr lvl="6" rtl="0">
              <a:lnSpc>
                <a:spcPct val="100000"/>
              </a:lnSpc>
              <a:spcBef>
                <a:spcPts val="0"/>
              </a:spcBef>
              <a:spcAft>
                <a:spcPts val="0"/>
              </a:spcAft>
              <a:buSzPts val="1200"/>
              <a:buAutoNum type="arabicPeriod"/>
              <a:defRPr sz="1200"/>
            </a:lvl7pPr>
            <a:lvl8pPr lvl="7" rtl="0">
              <a:lnSpc>
                <a:spcPct val="100000"/>
              </a:lnSpc>
              <a:spcBef>
                <a:spcPts val="0"/>
              </a:spcBef>
              <a:spcAft>
                <a:spcPts val="0"/>
              </a:spcAft>
              <a:buSzPts val="1200"/>
              <a:buAutoNum type="alphaLcPeriod"/>
              <a:defRPr sz="1200"/>
            </a:lvl8pPr>
            <a:lvl9pPr lvl="8" rtl="0">
              <a:lnSpc>
                <a:spcPct val="100000"/>
              </a:lnSpc>
              <a:spcBef>
                <a:spcPts val="0"/>
              </a:spcBef>
              <a:spcAft>
                <a:spcPts val="0"/>
              </a:spcAft>
              <a:buSzPts val="1200"/>
              <a:buAutoNum type="romanLcPeriod"/>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5"/>
          <p:cNvSpPr txBox="1"/>
          <p:nvPr>
            <p:ph idx="1" type="subTitle"/>
          </p:nvPr>
        </p:nvSpPr>
        <p:spPr>
          <a:xfrm>
            <a:off x="2336850" y="2792565"/>
            <a:ext cx="2085600" cy="119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31" name="Google Shape;31;p5"/>
          <p:cNvSpPr txBox="1"/>
          <p:nvPr>
            <p:ph idx="2" type="subTitle"/>
          </p:nvPr>
        </p:nvSpPr>
        <p:spPr>
          <a:xfrm>
            <a:off x="4721650" y="2781757"/>
            <a:ext cx="2085600" cy="119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32" name="Google Shape;32;p5"/>
          <p:cNvSpPr txBox="1"/>
          <p:nvPr>
            <p:ph type="ctrTitle"/>
          </p:nvPr>
        </p:nvSpPr>
        <p:spPr>
          <a:xfrm flipH="1">
            <a:off x="4721600" y="462755"/>
            <a:ext cx="3673200" cy="1307100"/>
          </a:xfrm>
          <a:prstGeom prst="rect">
            <a:avLst/>
          </a:prstGeom>
        </p:spPr>
        <p:txBody>
          <a:bodyPr anchorCtr="0" anchor="t" bIns="91425" lIns="91425" spcFirstLastPara="1" rIns="91425" wrap="square" tIns="91425">
            <a:noAutofit/>
          </a:bodyPr>
          <a:lstStyle>
            <a:lvl1pPr lvl="0" rtl="0" algn="r">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33" name="Google Shape;33;p5"/>
          <p:cNvSpPr txBox="1"/>
          <p:nvPr>
            <p:ph idx="3" type="ctrTitle"/>
          </p:nvPr>
        </p:nvSpPr>
        <p:spPr>
          <a:xfrm>
            <a:off x="2229313" y="2629926"/>
            <a:ext cx="2300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2400"/>
              <a:buNone/>
              <a:defRPr sz="1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4" name="Google Shape;34;p5"/>
          <p:cNvSpPr txBox="1"/>
          <p:nvPr>
            <p:ph idx="4" type="ctrTitle"/>
          </p:nvPr>
        </p:nvSpPr>
        <p:spPr>
          <a:xfrm>
            <a:off x="4572000" y="2629926"/>
            <a:ext cx="2384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2400"/>
              <a:buNone/>
              <a:defRPr sz="1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pic>
        <p:nvPicPr>
          <p:cNvPr id="35" name="Google Shape;35;p5"/>
          <p:cNvPicPr preferRelativeResize="0"/>
          <p:nvPr/>
        </p:nvPicPr>
        <p:blipFill>
          <a:blip r:embed="rId2">
            <a:alphaModFix/>
          </a:blip>
          <a:stretch>
            <a:fillRect/>
          </a:stretch>
        </p:blipFill>
        <p:spPr>
          <a:xfrm>
            <a:off x="0" y="0"/>
            <a:ext cx="2300675" cy="2075900"/>
          </a:xfrm>
          <a:prstGeom prst="rect">
            <a:avLst/>
          </a:prstGeom>
          <a:noFill/>
          <a:ln>
            <a:noFill/>
          </a:ln>
        </p:spPr>
      </p:pic>
      <p:sp>
        <p:nvSpPr>
          <p:cNvPr id="36" name="Google Shape;36;p5"/>
          <p:cNvSpPr/>
          <p:nvPr/>
        </p:nvSpPr>
        <p:spPr>
          <a:xfrm rot="5400000">
            <a:off x="2050488" y="1999184"/>
            <a:ext cx="2658200" cy="2384800"/>
          </a:xfrm>
          <a:prstGeom prst="flowChartPreparation">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rot="5400000">
            <a:off x="4435288" y="1999174"/>
            <a:ext cx="2658200" cy="2384800"/>
          </a:xfrm>
          <a:prstGeom prst="flowChartPreparation">
            <a:avLst/>
          </a:prstGeom>
          <a:gradFill>
            <a:gsLst>
              <a:gs pos="0">
                <a:srgbClr val="FFFFFF">
                  <a:alpha val="0"/>
                </a:srgbClr>
              </a:gs>
              <a:gs pos="100000">
                <a:srgbClr val="FFFFFF">
                  <a:alpha val="39216"/>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41" name="Google Shape;41;p6"/>
          <p:cNvPicPr preferRelativeResize="0"/>
          <p:nvPr/>
        </p:nvPicPr>
        <p:blipFill>
          <a:blip r:embed="rId2">
            <a:alphaModFix/>
          </a:blip>
          <a:stretch>
            <a:fillRect/>
          </a:stretch>
        </p:blipFill>
        <p:spPr>
          <a:xfrm>
            <a:off x="0" y="0"/>
            <a:ext cx="2300675" cy="2075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4" name="Google Shape;44;p7"/>
          <p:cNvPicPr preferRelativeResize="0"/>
          <p:nvPr/>
        </p:nvPicPr>
        <p:blipFill>
          <a:blip r:embed="rId2">
            <a:alphaModFix/>
          </a:blip>
          <a:stretch>
            <a:fillRect/>
          </a:stretch>
        </p:blipFill>
        <p:spPr>
          <a:xfrm>
            <a:off x="0" y="0"/>
            <a:ext cx="2300675" cy="2075900"/>
          </a:xfrm>
          <a:prstGeom prst="rect">
            <a:avLst/>
          </a:prstGeom>
          <a:noFill/>
          <a:ln>
            <a:noFill/>
          </a:ln>
        </p:spPr>
      </p:pic>
      <p:pic>
        <p:nvPicPr>
          <p:cNvPr id="45" name="Google Shape;45;p7"/>
          <p:cNvPicPr preferRelativeResize="0"/>
          <p:nvPr/>
        </p:nvPicPr>
        <p:blipFill>
          <a:blip r:embed="rId2">
            <a:alphaModFix/>
          </a:blip>
          <a:stretch>
            <a:fillRect/>
          </a:stretch>
        </p:blipFill>
        <p:spPr>
          <a:xfrm rot="10800000">
            <a:off x="6843325" y="3067600"/>
            <a:ext cx="2300675" cy="2075900"/>
          </a:xfrm>
          <a:prstGeom prst="rect">
            <a:avLst/>
          </a:prstGeom>
          <a:noFill/>
          <a:ln>
            <a:noFill/>
          </a:ln>
        </p:spPr>
      </p:pic>
      <p:sp>
        <p:nvSpPr>
          <p:cNvPr id="46" name="Google Shape;46;p7"/>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7" name="Google Shape;47;p7"/>
          <p:cNvSpPr txBox="1"/>
          <p:nvPr>
            <p:ph idx="1" type="subTitle"/>
          </p:nvPr>
        </p:nvSpPr>
        <p:spPr>
          <a:xfrm>
            <a:off x="4825200" y="1728900"/>
            <a:ext cx="2490300" cy="168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rgbClr val="FFFFFF"/>
              </a:buClr>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cxnSp>
        <p:nvCxnSpPr>
          <p:cNvPr id="48" name="Google Shape;48;p7"/>
          <p:cNvCxnSpPr/>
          <p:nvPr/>
        </p:nvCxnSpPr>
        <p:spPr>
          <a:xfrm>
            <a:off x="4572000" y="1228200"/>
            <a:ext cx="0" cy="268710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9" name="Shape 49"/>
        <p:cNvGrpSpPr/>
        <p:nvPr/>
      </p:nvGrpSpPr>
      <p:grpSpPr>
        <a:xfrm>
          <a:off x="0" y="0"/>
          <a:ext cx="0" cy="0"/>
          <a:chOff x="0" y="0"/>
          <a:chExt cx="0" cy="0"/>
        </a:xfrm>
      </p:grpSpPr>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1" name="Google Shape;51;p8"/>
          <p:cNvSpPr txBox="1"/>
          <p:nvPr>
            <p:ph idx="1" type="subTitle"/>
          </p:nvPr>
        </p:nvSpPr>
        <p:spPr>
          <a:xfrm>
            <a:off x="1028700" y="1289662"/>
            <a:ext cx="2857500" cy="51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52" name="Google Shape;52;p8"/>
          <p:cNvSpPr txBox="1"/>
          <p:nvPr>
            <p:ph type="ctrTitle"/>
          </p:nvPr>
        </p:nvSpPr>
        <p:spPr>
          <a:xfrm flipH="1">
            <a:off x="1028700" y="451462"/>
            <a:ext cx="2857500" cy="8382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FFFFFF"/>
              </a:buClr>
              <a:buSzPts val="4800"/>
              <a:buNone/>
              <a:defRPr sz="5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pic>
        <p:nvPicPr>
          <p:cNvPr id="53" name="Google Shape;53;p8"/>
          <p:cNvPicPr preferRelativeResize="0"/>
          <p:nvPr/>
        </p:nvPicPr>
        <p:blipFill>
          <a:blip r:embed="rId2">
            <a:alphaModFix/>
          </a:blip>
          <a:stretch>
            <a:fillRect/>
          </a:stretch>
        </p:blipFill>
        <p:spPr>
          <a:xfrm rot="5400000">
            <a:off x="-751762" y="3062175"/>
            <a:ext cx="3802725" cy="3431200"/>
          </a:xfrm>
          <a:prstGeom prst="rect">
            <a:avLst/>
          </a:prstGeom>
          <a:noFill/>
          <a:ln>
            <a:noFill/>
          </a:ln>
        </p:spPr>
      </p:pic>
      <p:pic>
        <p:nvPicPr>
          <p:cNvPr id="54" name="Google Shape;54;p8"/>
          <p:cNvPicPr preferRelativeResize="0"/>
          <p:nvPr/>
        </p:nvPicPr>
        <p:blipFill>
          <a:blip r:embed="rId2">
            <a:alphaModFix/>
          </a:blip>
          <a:stretch>
            <a:fillRect/>
          </a:stretch>
        </p:blipFill>
        <p:spPr>
          <a:xfrm>
            <a:off x="-1718562" y="-1160625"/>
            <a:ext cx="3802725" cy="34312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 name="Shape 55"/>
        <p:cNvGrpSpPr/>
        <p:nvPr/>
      </p:nvGrpSpPr>
      <p:grpSpPr>
        <a:xfrm>
          <a:off x="0" y="0"/>
          <a:ext cx="0" cy="0"/>
          <a:chOff x="0" y="0"/>
          <a:chExt cx="0" cy="0"/>
        </a:xfrm>
      </p:grpSpPr>
      <p:sp>
        <p:nvSpPr>
          <p:cNvPr id="56" name="Google Shape;56;p9"/>
          <p:cNvSpPr txBox="1"/>
          <p:nvPr>
            <p:ph idx="1" type="subTitle"/>
          </p:nvPr>
        </p:nvSpPr>
        <p:spPr>
          <a:xfrm>
            <a:off x="2101725" y="3712858"/>
            <a:ext cx="21750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7" name="Google Shape;57;p9"/>
          <p:cNvSpPr txBox="1"/>
          <p:nvPr>
            <p:ph idx="2" type="subTitle"/>
          </p:nvPr>
        </p:nvSpPr>
        <p:spPr>
          <a:xfrm>
            <a:off x="4789400" y="3715662"/>
            <a:ext cx="21750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8" name="Google Shape;58;p9"/>
          <p:cNvSpPr txBox="1"/>
          <p:nvPr>
            <p:ph idx="3" type="subTitle"/>
          </p:nvPr>
        </p:nvSpPr>
        <p:spPr>
          <a:xfrm>
            <a:off x="2101725" y="3396845"/>
            <a:ext cx="21750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
        <p:nvSpPr>
          <p:cNvPr id="59" name="Google Shape;59;p9"/>
          <p:cNvSpPr txBox="1"/>
          <p:nvPr>
            <p:ph idx="4" type="subTitle"/>
          </p:nvPr>
        </p:nvSpPr>
        <p:spPr>
          <a:xfrm>
            <a:off x="4789400" y="3395392"/>
            <a:ext cx="21570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pic>
        <p:nvPicPr>
          <p:cNvPr id="60" name="Google Shape;60;p9"/>
          <p:cNvPicPr preferRelativeResize="0"/>
          <p:nvPr/>
        </p:nvPicPr>
        <p:blipFill>
          <a:blip r:embed="rId2">
            <a:alphaModFix/>
          </a:blip>
          <a:stretch>
            <a:fillRect/>
          </a:stretch>
        </p:blipFill>
        <p:spPr>
          <a:xfrm>
            <a:off x="0" y="-228600"/>
            <a:ext cx="2300675" cy="2075900"/>
          </a:xfrm>
          <a:prstGeom prst="rect">
            <a:avLst/>
          </a:prstGeom>
          <a:noFill/>
          <a:ln>
            <a:noFill/>
          </a:ln>
        </p:spPr>
      </p:pic>
      <p:pic>
        <p:nvPicPr>
          <p:cNvPr id="61" name="Google Shape;61;p9"/>
          <p:cNvPicPr preferRelativeResize="0"/>
          <p:nvPr/>
        </p:nvPicPr>
        <p:blipFill>
          <a:blip r:embed="rId2">
            <a:alphaModFix/>
          </a:blip>
          <a:stretch>
            <a:fillRect/>
          </a:stretch>
        </p:blipFill>
        <p:spPr>
          <a:xfrm flipH="1">
            <a:off x="6843325" y="-228600"/>
            <a:ext cx="2300675" cy="2075900"/>
          </a:xfrm>
          <a:prstGeom prst="rect">
            <a:avLst/>
          </a:prstGeom>
          <a:noFill/>
          <a:ln>
            <a:noFill/>
          </a:ln>
        </p:spPr>
      </p:pic>
      <p:pic>
        <p:nvPicPr>
          <p:cNvPr id="62" name="Google Shape;62;p9"/>
          <p:cNvPicPr preferRelativeResize="0"/>
          <p:nvPr/>
        </p:nvPicPr>
        <p:blipFill>
          <a:blip r:embed="rId2">
            <a:alphaModFix/>
          </a:blip>
          <a:stretch>
            <a:fillRect/>
          </a:stretch>
        </p:blipFill>
        <p:spPr>
          <a:xfrm flipH="1" rot="10800000">
            <a:off x="0" y="3997725"/>
            <a:ext cx="2300675" cy="2075900"/>
          </a:xfrm>
          <a:prstGeom prst="rect">
            <a:avLst/>
          </a:prstGeom>
          <a:noFill/>
          <a:ln>
            <a:noFill/>
          </a:ln>
        </p:spPr>
      </p:pic>
      <p:pic>
        <p:nvPicPr>
          <p:cNvPr id="63" name="Google Shape;63;p9"/>
          <p:cNvPicPr preferRelativeResize="0"/>
          <p:nvPr/>
        </p:nvPicPr>
        <p:blipFill>
          <a:blip r:embed="rId2">
            <a:alphaModFix/>
          </a:blip>
          <a:stretch>
            <a:fillRect/>
          </a:stretch>
        </p:blipFill>
        <p:spPr>
          <a:xfrm rot="10800000">
            <a:off x="6843325" y="3997725"/>
            <a:ext cx="2300675" cy="2075900"/>
          </a:xfrm>
          <a:prstGeom prst="rect">
            <a:avLst/>
          </a:prstGeom>
          <a:noFill/>
          <a:ln>
            <a:noFill/>
          </a:ln>
        </p:spPr>
      </p:pic>
      <p:sp>
        <p:nvSpPr>
          <p:cNvPr id="64" name="Google Shape;64;p9"/>
          <p:cNvSpPr txBox="1"/>
          <p:nvPr>
            <p:ph type="ctrTitle"/>
          </p:nvPr>
        </p:nvSpPr>
        <p:spPr>
          <a:xfrm flipH="1">
            <a:off x="457200" y="445025"/>
            <a:ext cx="82296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sp>
        <p:nvSpPr>
          <p:cNvPr id="66" name="Google Shape;66;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0"/>
          <p:cNvSpPr txBox="1"/>
          <p:nvPr>
            <p:ph type="ctrTitle"/>
          </p:nvPr>
        </p:nvSpPr>
        <p:spPr>
          <a:xfrm flipH="1">
            <a:off x="1187500" y="445025"/>
            <a:ext cx="6784500" cy="1720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4800"/>
              <a:buNone/>
              <a:defRPr sz="5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pic>
        <p:nvPicPr>
          <p:cNvPr id="68" name="Google Shape;68;p10"/>
          <p:cNvPicPr preferRelativeResize="0"/>
          <p:nvPr/>
        </p:nvPicPr>
        <p:blipFill>
          <a:blip r:embed="rId2">
            <a:alphaModFix/>
          </a:blip>
          <a:stretch>
            <a:fillRect/>
          </a:stretch>
        </p:blipFill>
        <p:spPr>
          <a:xfrm rot="5400000">
            <a:off x="-751762" y="3062175"/>
            <a:ext cx="3802725" cy="3431200"/>
          </a:xfrm>
          <a:prstGeom prst="rect">
            <a:avLst/>
          </a:prstGeom>
          <a:noFill/>
          <a:ln>
            <a:noFill/>
          </a:ln>
        </p:spPr>
      </p:pic>
      <p:pic>
        <p:nvPicPr>
          <p:cNvPr id="69" name="Google Shape;69;p10"/>
          <p:cNvPicPr preferRelativeResize="0"/>
          <p:nvPr/>
        </p:nvPicPr>
        <p:blipFill>
          <a:blip r:embed="rId2">
            <a:alphaModFix/>
          </a:blip>
          <a:stretch>
            <a:fillRect/>
          </a:stretch>
        </p:blipFill>
        <p:spPr>
          <a:xfrm>
            <a:off x="-1718562" y="-1160625"/>
            <a:ext cx="3802725" cy="34312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1"/>
          <p:cNvSpPr txBox="1"/>
          <p:nvPr>
            <p:ph hasCustomPrompt="1" type="title"/>
          </p:nvPr>
        </p:nvSpPr>
        <p:spPr>
          <a:xfrm>
            <a:off x="539999" y="1400065"/>
            <a:ext cx="8064000" cy="178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5000"/>
              <a:buNone/>
              <a:defRPr sz="11500"/>
            </a:lvl1pPr>
            <a:lvl2pPr lvl="1"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9pPr>
          </a:lstStyle>
          <a:p>
            <a:r>
              <a:t>xx%</a:t>
            </a:r>
          </a:p>
        </p:txBody>
      </p:sp>
      <p:sp>
        <p:nvSpPr>
          <p:cNvPr id="73" name="Google Shape;73;p11"/>
          <p:cNvSpPr txBox="1"/>
          <p:nvPr>
            <p:ph idx="1" type="subTitle"/>
          </p:nvPr>
        </p:nvSpPr>
        <p:spPr>
          <a:xfrm>
            <a:off x="537375" y="3235240"/>
            <a:ext cx="8066700" cy="39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pic>
        <p:nvPicPr>
          <p:cNvPr id="74" name="Google Shape;74;p11"/>
          <p:cNvPicPr preferRelativeResize="0"/>
          <p:nvPr/>
        </p:nvPicPr>
        <p:blipFill>
          <a:blip r:embed="rId2">
            <a:alphaModFix/>
          </a:blip>
          <a:stretch>
            <a:fillRect/>
          </a:stretch>
        </p:blipFill>
        <p:spPr>
          <a:xfrm flipH="1">
            <a:off x="6945663" y="-346987"/>
            <a:ext cx="2300675" cy="2075900"/>
          </a:xfrm>
          <a:prstGeom prst="rect">
            <a:avLst/>
          </a:prstGeom>
          <a:noFill/>
          <a:ln>
            <a:noFill/>
          </a:ln>
        </p:spPr>
      </p:pic>
      <p:pic>
        <p:nvPicPr>
          <p:cNvPr id="75" name="Google Shape;75;p11"/>
          <p:cNvPicPr preferRelativeResize="0"/>
          <p:nvPr/>
        </p:nvPicPr>
        <p:blipFill>
          <a:blip r:embed="rId2">
            <a:alphaModFix/>
          </a:blip>
          <a:stretch>
            <a:fillRect/>
          </a:stretch>
        </p:blipFill>
        <p:spPr>
          <a:xfrm flipH="1" rot="10800000">
            <a:off x="0" y="3414791"/>
            <a:ext cx="2300675" cy="2075900"/>
          </a:xfrm>
          <a:prstGeom prst="rect">
            <a:avLst/>
          </a:prstGeom>
          <a:noFill/>
          <a:ln>
            <a:noFill/>
          </a:ln>
        </p:spPr>
      </p:pic>
      <p:pic>
        <p:nvPicPr>
          <p:cNvPr id="76" name="Google Shape;76;p11"/>
          <p:cNvPicPr preferRelativeResize="0"/>
          <p:nvPr/>
        </p:nvPicPr>
        <p:blipFill>
          <a:blip r:embed="rId2">
            <a:alphaModFix/>
          </a:blip>
          <a:stretch>
            <a:fillRect/>
          </a:stretch>
        </p:blipFill>
        <p:spPr>
          <a:xfrm flipH="1" rot="10800000">
            <a:off x="-104897" y="-695083"/>
            <a:ext cx="2300675" cy="2075900"/>
          </a:xfrm>
          <a:prstGeom prst="rect">
            <a:avLst/>
          </a:prstGeom>
          <a:noFill/>
          <a:ln>
            <a:noFill/>
          </a:ln>
        </p:spPr>
      </p:pic>
      <p:pic>
        <p:nvPicPr>
          <p:cNvPr id="77" name="Google Shape;77;p11"/>
          <p:cNvPicPr preferRelativeResize="0"/>
          <p:nvPr/>
        </p:nvPicPr>
        <p:blipFill>
          <a:blip r:embed="rId2">
            <a:alphaModFix/>
          </a:blip>
          <a:stretch>
            <a:fillRect/>
          </a:stretch>
        </p:blipFill>
        <p:spPr>
          <a:xfrm flipH="1">
            <a:off x="6945663" y="3773854"/>
            <a:ext cx="2300675" cy="2075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8" name="Shape 78"/>
        <p:cNvGrpSpPr/>
        <p:nvPr/>
      </p:nvGrpSpPr>
      <p:grpSpPr>
        <a:xfrm>
          <a:off x="0" y="0"/>
          <a:ext cx="0" cy="0"/>
          <a:chOff x="0" y="0"/>
          <a:chExt cx="0" cy="0"/>
        </a:xfrm>
      </p:grpSpPr>
      <p:sp>
        <p:nvSpPr>
          <p:cNvPr id="79" name="Google Shape;7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6">
    <p:spTree>
      <p:nvGrpSpPr>
        <p:cNvPr id="80" name="Shape 80"/>
        <p:cNvGrpSpPr/>
        <p:nvPr/>
      </p:nvGrpSpPr>
      <p:grpSpPr>
        <a:xfrm>
          <a:off x="0" y="0"/>
          <a:ext cx="0" cy="0"/>
          <a:chOff x="0" y="0"/>
          <a:chExt cx="0" cy="0"/>
        </a:xfrm>
      </p:grpSpPr>
      <p:sp>
        <p:nvSpPr>
          <p:cNvPr id="81" name="Google Shape;81;p13"/>
          <p:cNvSpPr txBox="1"/>
          <p:nvPr>
            <p:ph type="ctrTitle"/>
          </p:nvPr>
        </p:nvSpPr>
        <p:spPr>
          <a:xfrm>
            <a:off x="1690457" y="2052406"/>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2" name="Google Shape;82;p13"/>
          <p:cNvSpPr txBox="1"/>
          <p:nvPr>
            <p:ph idx="1" type="subTitle"/>
          </p:nvPr>
        </p:nvSpPr>
        <p:spPr>
          <a:xfrm>
            <a:off x="2051807" y="2538657"/>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83" name="Google Shape;83;p13"/>
          <p:cNvSpPr txBox="1"/>
          <p:nvPr>
            <p:ph idx="2" type="ctrTitle"/>
          </p:nvPr>
        </p:nvSpPr>
        <p:spPr>
          <a:xfrm>
            <a:off x="1690457" y="3599531"/>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4" name="Google Shape;84;p13"/>
          <p:cNvSpPr txBox="1"/>
          <p:nvPr>
            <p:ph idx="3" type="subTitle"/>
          </p:nvPr>
        </p:nvSpPr>
        <p:spPr>
          <a:xfrm>
            <a:off x="2051807" y="40486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85" name="Google Shape;85;p13"/>
          <p:cNvSpPr txBox="1"/>
          <p:nvPr>
            <p:ph idx="4" type="ctrTitle"/>
          </p:nvPr>
        </p:nvSpPr>
        <p:spPr>
          <a:xfrm>
            <a:off x="4824357" y="2052406"/>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6" name="Google Shape;86;p13"/>
          <p:cNvSpPr txBox="1"/>
          <p:nvPr>
            <p:ph idx="5" type="subTitle"/>
          </p:nvPr>
        </p:nvSpPr>
        <p:spPr>
          <a:xfrm>
            <a:off x="5185707" y="2538657"/>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87" name="Google Shape;87;p13"/>
          <p:cNvSpPr txBox="1"/>
          <p:nvPr>
            <p:ph idx="6" type="ctrTitle"/>
          </p:nvPr>
        </p:nvSpPr>
        <p:spPr>
          <a:xfrm>
            <a:off x="4824357" y="3599531"/>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8" name="Google Shape;88;p13"/>
          <p:cNvSpPr txBox="1"/>
          <p:nvPr>
            <p:ph idx="7" type="subTitle"/>
          </p:nvPr>
        </p:nvSpPr>
        <p:spPr>
          <a:xfrm>
            <a:off x="5185707" y="40486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89" name="Google Shape;89;p13"/>
          <p:cNvSpPr txBox="1"/>
          <p:nvPr>
            <p:ph idx="8" type="ctrTitle"/>
          </p:nvPr>
        </p:nvSpPr>
        <p:spPr>
          <a:xfrm>
            <a:off x="1122278" y="401450"/>
            <a:ext cx="6899400" cy="946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90" name="Google Shape;90;p13"/>
          <p:cNvSpPr txBox="1"/>
          <p:nvPr>
            <p:ph hasCustomPrompt="1" idx="9" type="title"/>
          </p:nvPr>
        </p:nvSpPr>
        <p:spPr>
          <a:xfrm>
            <a:off x="2128157" y="1555631"/>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91" name="Google Shape;91;p13"/>
          <p:cNvSpPr txBox="1"/>
          <p:nvPr>
            <p:ph hasCustomPrompt="1" idx="13" type="title"/>
          </p:nvPr>
        </p:nvSpPr>
        <p:spPr>
          <a:xfrm>
            <a:off x="2128157" y="3074022"/>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92" name="Google Shape;92;p13"/>
          <p:cNvSpPr txBox="1"/>
          <p:nvPr>
            <p:ph hasCustomPrompt="1" idx="14" type="title"/>
          </p:nvPr>
        </p:nvSpPr>
        <p:spPr>
          <a:xfrm>
            <a:off x="5262057" y="1555631"/>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93" name="Google Shape;93;p13"/>
          <p:cNvSpPr txBox="1"/>
          <p:nvPr>
            <p:ph hasCustomPrompt="1" idx="15" type="title"/>
          </p:nvPr>
        </p:nvSpPr>
        <p:spPr>
          <a:xfrm>
            <a:off x="5262057" y="3074022"/>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9">
    <p:spTree>
      <p:nvGrpSpPr>
        <p:cNvPr id="94" name="Shape 94"/>
        <p:cNvGrpSpPr/>
        <p:nvPr/>
      </p:nvGrpSpPr>
      <p:grpSpPr>
        <a:xfrm>
          <a:off x="0" y="0"/>
          <a:ext cx="0" cy="0"/>
          <a:chOff x="0" y="0"/>
          <a:chExt cx="0" cy="0"/>
        </a:xfrm>
      </p:grpSpPr>
      <p:sp>
        <p:nvSpPr>
          <p:cNvPr id="95" name="Google Shape;95;p14"/>
          <p:cNvSpPr txBox="1"/>
          <p:nvPr>
            <p:ph idx="1" type="subTitle"/>
          </p:nvPr>
        </p:nvSpPr>
        <p:spPr>
          <a:xfrm>
            <a:off x="1398700" y="2910300"/>
            <a:ext cx="3486000" cy="174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6" name="Google Shape;96;p14"/>
          <p:cNvSpPr txBox="1"/>
          <p:nvPr>
            <p:ph type="ctrTitle"/>
          </p:nvPr>
        </p:nvSpPr>
        <p:spPr>
          <a:xfrm flipH="1">
            <a:off x="1372450" y="1886100"/>
            <a:ext cx="3486000" cy="670500"/>
          </a:xfrm>
          <a:prstGeom prst="rect">
            <a:avLst/>
          </a:prstGeom>
        </p:spPr>
        <p:txBody>
          <a:bodyPr anchorCtr="0" anchor="b" bIns="91425" lIns="91425" spcFirstLastPara="1" rIns="91425" wrap="square" tIns="91425">
            <a:noAutofit/>
          </a:bodyPr>
          <a:lstStyle>
            <a:lvl1pPr lvl="0" rtl="0" algn="l">
              <a:spcBef>
                <a:spcPts val="0"/>
              </a:spcBef>
              <a:spcAft>
                <a:spcPts val="0"/>
              </a:spcAft>
              <a:buClr>
                <a:srgbClr val="FFFFFF"/>
              </a:buClr>
              <a:buSzPts val="4800"/>
              <a:buNone/>
              <a:defRPr sz="50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97" name="Google Shape;97;p14"/>
          <p:cNvPicPr preferRelativeResize="0"/>
          <p:nvPr/>
        </p:nvPicPr>
        <p:blipFill>
          <a:blip r:embed="rId2">
            <a:alphaModFix/>
          </a:blip>
          <a:stretch>
            <a:fillRect/>
          </a:stretch>
        </p:blipFill>
        <p:spPr>
          <a:xfrm rot="10800000">
            <a:off x="5334325" y="1725475"/>
            <a:ext cx="3802725" cy="34312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43">
    <p:spTree>
      <p:nvGrpSpPr>
        <p:cNvPr id="98" name="Shape 98"/>
        <p:cNvGrpSpPr/>
        <p:nvPr/>
      </p:nvGrpSpPr>
      <p:grpSpPr>
        <a:xfrm>
          <a:off x="0" y="0"/>
          <a:ext cx="0" cy="0"/>
          <a:chOff x="0" y="0"/>
          <a:chExt cx="0" cy="0"/>
        </a:xfrm>
      </p:grpSpPr>
      <p:sp>
        <p:nvSpPr>
          <p:cNvPr id="99" name="Google Shape;99;p15"/>
          <p:cNvSpPr txBox="1"/>
          <p:nvPr>
            <p:ph type="ctrTitle"/>
          </p:nvPr>
        </p:nvSpPr>
        <p:spPr>
          <a:xfrm>
            <a:off x="457200" y="517918"/>
            <a:ext cx="8229600" cy="670500"/>
          </a:xfrm>
          <a:prstGeom prst="rect">
            <a:avLst/>
          </a:prstGeom>
        </p:spPr>
        <p:txBody>
          <a:bodyPr anchorCtr="0" anchor="b" bIns="91425" lIns="91425" spcFirstLastPara="1" rIns="91425" wrap="square" tIns="91425">
            <a:noAutofit/>
          </a:bodyPr>
          <a:lstStyle>
            <a:lvl1pPr lvl="0" rtl="0" algn="l">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00" name="Google Shape;100;p15"/>
          <p:cNvSpPr txBox="1"/>
          <p:nvPr>
            <p:ph idx="2" type="ctrTitle"/>
          </p:nvPr>
        </p:nvSpPr>
        <p:spPr>
          <a:xfrm>
            <a:off x="2750155" y="1492066"/>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chemeClr val="accent2"/>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01" name="Google Shape;101;p15"/>
          <p:cNvSpPr txBox="1"/>
          <p:nvPr>
            <p:ph idx="1" type="subTitle"/>
          </p:nvPr>
        </p:nvSpPr>
        <p:spPr>
          <a:xfrm>
            <a:off x="2750119" y="2192634"/>
            <a:ext cx="1570200" cy="36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02" name="Google Shape;102;p15"/>
          <p:cNvSpPr txBox="1"/>
          <p:nvPr>
            <p:ph idx="3" type="ctrTitle"/>
          </p:nvPr>
        </p:nvSpPr>
        <p:spPr>
          <a:xfrm>
            <a:off x="4800201" y="1497325"/>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chemeClr val="accent2"/>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03" name="Google Shape;103;p15"/>
          <p:cNvSpPr txBox="1"/>
          <p:nvPr>
            <p:ph idx="4" type="subTitle"/>
          </p:nvPr>
        </p:nvSpPr>
        <p:spPr>
          <a:xfrm>
            <a:off x="4800165" y="2192634"/>
            <a:ext cx="1570200" cy="36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04" name="Google Shape;104;p15"/>
          <p:cNvSpPr txBox="1"/>
          <p:nvPr>
            <p:ph idx="5" type="ctrTitle"/>
          </p:nvPr>
        </p:nvSpPr>
        <p:spPr>
          <a:xfrm>
            <a:off x="3794948" y="3219050"/>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chemeClr val="accent2"/>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05" name="Google Shape;105;p15"/>
          <p:cNvSpPr txBox="1"/>
          <p:nvPr>
            <p:ph idx="6" type="subTitle"/>
          </p:nvPr>
        </p:nvSpPr>
        <p:spPr>
          <a:xfrm>
            <a:off x="3753025" y="3910976"/>
            <a:ext cx="1653900" cy="36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106" name="Google Shape;106;p15"/>
          <p:cNvPicPr preferRelativeResize="0"/>
          <p:nvPr/>
        </p:nvPicPr>
        <p:blipFill>
          <a:blip r:embed="rId2">
            <a:alphaModFix/>
          </a:blip>
          <a:stretch>
            <a:fillRect/>
          </a:stretch>
        </p:blipFill>
        <p:spPr>
          <a:xfrm flipH="1">
            <a:off x="6843225" y="0"/>
            <a:ext cx="2300675" cy="2075900"/>
          </a:xfrm>
          <a:prstGeom prst="rect">
            <a:avLst/>
          </a:prstGeom>
          <a:noFill/>
          <a:ln>
            <a:noFill/>
          </a:ln>
        </p:spPr>
      </p:pic>
      <p:sp>
        <p:nvSpPr>
          <p:cNvPr id="107" name="Google Shape;107;p15"/>
          <p:cNvSpPr/>
          <p:nvPr/>
        </p:nvSpPr>
        <p:spPr>
          <a:xfrm rot="5400000">
            <a:off x="2534502" y="1090938"/>
            <a:ext cx="2001410" cy="1795550"/>
          </a:xfrm>
          <a:prstGeom prst="flowChartPreparation">
            <a:avLst/>
          </a:prstGeom>
          <a:gradFill>
            <a:gsLst>
              <a:gs pos="0">
                <a:srgbClr val="FFFFFF">
                  <a:alpha val="0"/>
                </a:srgbClr>
              </a:gs>
              <a:gs pos="100000">
                <a:srgbClr val="FFFFFF">
                  <a:alpha val="39216"/>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rot="5400000">
            <a:off x="3566117" y="2781995"/>
            <a:ext cx="2001410" cy="1795550"/>
          </a:xfrm>
          <a:prstGeom prst="flowChartPreparation">
            <a:avLst/>
          </a:prstGeom>
          <a:gradFill>
            <a:gsLst>
              <a:gs pos="0">
                <a:srgbClr val="FFFFFF">
                  <a:alpha val="0"/>
                </a:srgbClr>
              </a:gs>
              <a:gs pos="100000">
                <a:srgbClr val="FFFFFF">
                  <a:alpha val="39216"/>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rot="5400000">
            <a:off x="4584549" y="1090938"/>
            <a:ext cx="2001410" cy="1795550"/>
          </a:xfrm>
          <a:prstGeom prst="flowChartPreparation">
            <a:avLst/>
          </a:prstGeom>
          <a:gradFill>
            <a:gsLst>
              <a:gs pos="0">
                <a:srgbClr val="FFFFFF">
                  <a:alpha val="0"/>
                </a:srgbClr>
              </a:gs>
              <a:gs pos="100000">
                <a:srgbClr val="FFFFFF">
                  <a:alpha val="39216"/>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5"/>
          <p:cNvPicPr preferRelativeResize="0"/>
          <p:nvPr/>
        </p:nvPicPr>
        <p:blipFill>
          <a:blip r:embed="rId2">
            <a:alphaModFix/>
          </a:blip>
          <a:stretch>
            <a:fillRect/>
          </a:stretch>
        </p:blipFill>
        <p:spPr>
          <a:xfrm flipH="1" rot="10800000">
            <a:off x="-262630" y="2659235"/>
            <a:ext cx="2928524" cy="264239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0">
    <p:spTree>
      <p:nvGrpSpPr>
        <p:cNvPr id="111" name="Shape 111"/>
        <p:cNvGrpSpPr/>
        <p:nvPr/>
      </p:nvGrpSpPr>
      <p:grpSpPr>
        <a:xfrm>
          <a:off x="0" y="0"/>
          <a:ext cx="0" cy="0"/>
          <a:chOff x="0" y="0"/>
          <a:chExt cx="0" cy="0"/>
        </a:xfrm>
      </p:grpSpPr>
      <p:sp>
        <p:nvSpPr>
          <p:cNvPr id="112" name="Google Shape;112;p16"/>
          <p:cNvSpPr txBox="1"/>
          <p:nvPr>
            <p:ph type="ctrTitle"/>
          </p:nvPr>
        </p:nvSpPr>
        <p:spPr>
          <a:xfrm>
            <a:off x="1242600" y="1830975"/>
            <a:ext cx="66588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600"/>
              <a:buNone/>
              <a:defRPr sz="3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13" name="Google Shape;113;p16"/>
          <p:cNvSpPr txBox="1"/>
          <p:nvPr>
            <p:ph idx="1" type="subTitle"/>
          </p:nvPr>
        </p:nvSpPr>
        <p:spPr>
          <a:xfrm>
            <a:off x="3106675" y="2632418"/>
            <a:ext cx="2930700" cy="128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cxnSp>
        <p:nvCxnSpPr>
          <p:cNvPr id="114" name="Google Shape;114;p16"/>
          <p:cNvCxnSpPr/>
          <p:nvPr/>
        </p:nvCxnSpPr>
        <p:spPr>
          <a:xfrm>
            <a:off x="3681150" y="2571750"/>
            <a:ext cx="1797900" cy="0"/>
          </a:xfrm>
          <a:prstGeom prst="straightConnector1">
            <a:avLst/>
          </a:prstGeom>
          <a:noFill/>
          <a:ln cap="flat" cmpd="sng" w="19050">
            <a:solidFill>
              <a:schemeClr val="lt1"/>
            </a:solidFill>
            <a:prstDash val="solid"/>
            <a:round/>
            <a:headEnd len="med" w="med" type="none"/>
            <a:tailEnd len="med" w="med" type="none"/>
          </a:ln>
        </p:spPr>
      </p:cxnSp>
      <p:pic>
        <p:nvPicPr>
          <p:cNvPr id="115" name="Google Shape;115;p16"/>
          <p:cNvPicPr preferRelativeResize="0"/>
          <p:nvPr/>
        </p:nvPicPr>
        <p:blipFill>
          <a:blip r:embed="rId2">
            <a:alphaModFix/>
          </a:blip>
          <a:stretch>
            <a:fillRect/>
          </a:stretch>
        </p:blipFill>
        <p:spPr>
          <a:xfrm>
            <a:off x="100" y="-962131"/>
            <a:ext cx="3802725" cy="3431200"/>
          </a:xfrm>
          <a:prstGeom prst="rect">
            <a:avLst/>
          </a:prstGeom>
          <a:noFill/>
          <a:ln>
            <a:noFill/>
          </a:ln>
        </p:spPr>
      </p:pic>
      <p:pic>
        <p:nvPicPr>
          <p:cNvPr id="116" name="Google Shape;116;p16"/>
          <p:cNvPicPr preferRelativeResize="0"/>
          <p:nvPr/>
        </p:nvPicPr>
        <p:blipFill>
          <a:blip r:embed="rId2">
            <a:alphaModFix/>
          </a:blip>
          <a:stretch>
            <a:fillRect/>
          </a:stretch>
        </p:blipFill>
        <p:spPr>
          <a:xfrm rot="10800000">
            <a:off x="5334325" y="2668625"/>
            <a:ext cx="3802725" cy="34312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11">
    <p:spTree>
      <p:nvGrpSpPr>
        <p:cNvPr id="117" name="Shape 117"/>
        <p:cNvGrpSpPr/>
        <p:nvPr/>
      </p:nvGrpSpPr>
      <p:grpSpPr>
        <a:xfrm>
          <a:off x="0" y="0"/>
          <a:ext cx="0" cy="0"/>
          <a:chOff x="0" y="0"/>
          <a:chExt cx="0" cy="0"/>
        </a:xfrm>
      </p:grpSpPr>
      <p:sp>
        <p:nvSpPr>
          <p:cNvPr id="118" name="Google Shape;118;p17"/>
          <p:cNvSpPr txBox="1"/>
          <p:nvPr>
            <p:ph type="ctrTitle"/>
          </p:nvPr>
        </p:nvSpPr>
        <p:spPr>
          <a:xfrm>
            <a:off x="1250675" y="1851425"/>
            <a:ext cx="66588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19" name="Google Shape;119;p17"/>
          <p:cNvSpPr txBox="1"/>
          <p:nvPr>
            <p:ph idx="1" type="subTitle"/>
          </p:nvPr>
        </p:nvSpPr>
        <p:spPr>
          <a:xfrm>
            <a:off x="3114750" y="2640476"/>
            <a:ext cx="2930700" cy="65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cxnSp>
        <p:nvCxnSpPr>
          <p:cNvPr id="120" name="Google Shape;120;p17"/>
          <p:cNvCxnSpPr/>
          <p:nvPr/>
        </p:nvCxnSpPr>
        <p:spPr>
          <a:xfrm>
            <a:off x="3681150" y="2571750"/>
            <a:ext cx="1797900" cy="0"/>
          </a:xfrm>
          <a:prstGeom prst="straightConnector1">
            <a:avLst/>
          </a:prstGeom>
          <a:noFill/>
          <a:ln cap="flat" cmpd="sng" w="19050">
            <a:solidFill>
              <a:schemeClr val="lt1"/>
            </a:solidFill>
            <a:prstDash val="solid"/>
            <a:round/>
            <a:headEnd len="med" w="med" type="none"/>
            <a:tailEnd len="med" w="med" type="none"/>
          </a:ln>
        </p:spPr>
      </p:cxnSp>
      <p:pic>
        <p:nvPicPr>
          <p:cNvPr id="121" name="Google Shape;121;p17"/>
          <p:cNvPicPr preferRelativeResize="0"/>
          <p:nvPr/>
        </p:nvPicPr>
        <p:blipFill>
          <a:blip r:embed="rId2">
            <a:alphaModFix/>
          </a:blip>
          <a:stretch>
            <a:fillRect/>
          </a:stretch>
        </p:blipFill>
        <p:spPr>
          <a:xfrm flipH="1" rot="10800000">
            <a:off x="100" y="2134944"/>
            <a:ext cx="3802725" cy="3431200"/>
          </a:xfrm>
          <a:prstGeom prst="rect">
            <a:avLst/>
          </a:prstGeom>
          <a:noFill/>
          <a:ln>
            <a:noFill/>
          </a:ln>
        </p:spPr>
      </p:pic>
      <p:pic>
        <p:nvPicPr>
          <p:cNvPr id="122" name="Google Shape;122;p17"/>
          <p:cNvPicPr preferRelativeResize="0"/>
          <p:nvPr/>
        </p:nvPicPr>
        <p:blipFill>
          <a:blip r:embed="rId2">
            <a:alphaModFix/>
          </a:blip>
          <a:stretch>
            <a:fillRect/>
          </a:stretch>
        </p:blipFill>
        <p:spPr>
          <a:xfrm flipH="1">
            <a:off x="5341285" y="-200131"/>
            <a:ext cx="3802725" cy="34312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44">
    <p:spTree>
      <p:nvGrpSpPr>
        <p:cNvPr id="123" name="Shape 123"/>
        <p:cNvGrpSpPr/>
        <p:nvPr/>
      </p:nvGrpSpPr>
      <p:grpSpPr>
        <a:xfrm>
          <a:off x="0" y="0"/>
          <a:ext cx="0" cy="0"/>
          <a:chOff x="0" y="0"/>
          <a:chExt cx="0" cy="0"/>
        </a:xfrm>
      </p:grpSpPr>
      <p:sp>
        <p:nvSpPr>
          <p:cNvPr id="124" name="Google Shape;124;p18"/>
          <p:cNvSpPr txBox="1"/>
          <p:nvPr>
            <p:ph type="title"/>
          </p:nvPr>
        </p:nvSpPr>
        <p:spPr>
          <a:xfrm>
            <a:off x="457200" y="453668"/>
            <a:ext cx="82296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600"/>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pic>
        <p:nvPicPr>
          <p:cNvPr id="125" name="Google Shape;125;p18"/>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126" name="Google Shape;126;p18"/>
          <p:cNvSpPr txBox="1"/>
          <p:nvPr>
            <p:ph idx="1" type="subTitle"/>
          </p:nvPr>
        </p:nvSpPr>
        <p:spPr>
          <a:xfrm>
            <a:off x="1638300" y="3524733"/>
            <a:ext cx="1381200" cy="83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7" name="Google Shape;127;p18"/>
          <p:cNvSpPr txBox="1"/>
          <p:nvPr>
            <p:ph idx="2" type="subTitle"/>
          </p:nvPr>
        </p:nvSpPr>
        <p:spPr>
          <a:xfrm>
            <a:off x="3104700" y="3514233"/>
            <a:ext cx="13971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8" name="Google Shape;128;p18"/>
          <p:cNvSpPr txBox="1"/>
          <p:nvPr>
            <p:ph idx="3" type="subTitle"/>
          </p:nvPr>
        </p:nvSpPr>
        <p:spPr>
          <a:xfrm>
            <a:off x="4571100" y="3511408"/>
            <a:ext cx="13812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9" name="Google Shape;129;p18"/>
          <p:cNvSpPr txBox="1"/>
          <p:nvPr>
            <p:ph idx="4" type="subTitle"/>
          </p:nvPr>
        </p:nvSpPr>
        <p:spPr>
          <a:xfrm>
            <a:off x="6023400" y="3529870"/>
            <a:ext cx="13971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0" name="Google Shape;130;p18"/>
          <p:cNvSpPr txBox="1"/>
          <p:nvPr>
            <p:ph idx="5" type="subTitle"/>
          </p:nvPr>
        </p:nvSpPr>
        <p:spPr>
          <a:xfrm>
            <a:off x="1638300" y="3196233"/>
            <a:ext cx="13971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31" name="Google Shape;131;p18"/>
          <p:cNvSpPr txBox="1"/>
          <p:nvPr>
            <p:ph idx="6" type="subTitle"/>
          </p:nvPr>
        </p:nvSpPr>
        <p:spPr>
          <a:xfrm>
            <a:off x="3104700" y="3196233"/>
            <a:ext cx="1381200" cy="465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32" name="Google Shape;132;p18"/>
          <p:cNvSpPr txBox="1"/>
          <p:nvPr>
            <p:ph idx="7" type="subTitle"/>
          </p:nvPr>
        </p:nvSpPr>
        <p:spPr>
          <a:xfrm>
            <a:off x="4571999" y="3196233"/>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33" name="Google Shape;133;p18"/>
          <p:cNvSpPr txBox="1"/>
          <p:nvPr>
            <p:ph idx="8" type="subTitle"/>
          </p:nvPr>
        </p:nvSpPr>
        <p:spPr>
          <a:xfrm>
            <a:off x="6037498" y="3196233"/>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48">
    <p:spTree>
      <p:nvGrpSpPr>
        <p:cNvPr id="134" name="Shape 134"/>
        <p:cNvGrpSpPr/>
        <p:nvPr/>
      </p:nvGrpSpPr>
      <p:grpSpPr>
        <a:xfrm>
          <a:off x="0" y="0"/>
          <a:ext cx="0" cy="0"/>
          <a:chOff x="0" y="0"/>
          <a:chExt cx="0" cy="0"/>
        </a:xfrm>
      </p:grpSpPr>
      <p:sp>
        <p:nvSpPr>
          <p:cNvPr id="135" name="Google Shape;135;p19"/>
          <p:cNvSpPr txBox="1"/>
          <p:nvPr>
            <p:ph type="ctrTitle"/>
          </p:nvPr>
        </p:nvSpPr>
        <p:spPr>
          <a:xfrm flipH="1">
            <a:off x="540000" y="448619"/>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136" name="Google Shape;136;p19"/>
          <p:cNvPicPr preferRelativeResize="0"/>
          <p:nvPr/>
        </p:nvPicPr>
        <p:blipFill>
          <a:blip r:embed="rId2">
            <a:alphaModFix/>
          </a:blip>
          <a:stretch>
            <a:fillRect/>
          </a:stretch>
        </p:blipFill>
        <p:spPr>
          <a:xfrm>
            <a:off x="0" y="0"/>
            <a:ext cx="2300675" cy="2075900"/>
          </a:xfrm>
          <a:prstGeom prst="rect">
            <a:avLst/>
          </a:prstGeom>
          <a:noFill/>
          <a:ln>
            <a:noFill/>
          </a:ln>
        </p:spPr>
      </p:pic>
      <p:sp>
        <p:nvSpPr>
          <p:cNvPr id="137" name="Google Shape;137;p19"/>
          <p:cNvSpPr txBox="1"/>
          <p:nvPr>
            <p:ph idx="1" type="subTitle"/>
          </p:nvPr>
        </p:nvSpPr>
        <p:spPr>
          <a:xfrm>
            <a:off x="1526019" y="2570265"/>
            <a:ext cx="18129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8" name="Google Shape;138;p19"/>
          <p:cNvSpPr txBox="1"/>
          <p:nvPr>
            <p:ph idx="2" type="subTitle"/>
          </p:nvPr>
        </p:nvSpPr>
        <p:spPr>
          <a:xfrm>
            <a:off x="3635401" y="2570272"/>
            <a:ext cx="18732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9" name="Google Shape;139;p19"/>
          <p:cNvSpPr txBox="1"/>
          <p:nvPr>
            <p:ph idx="3" type="subTitle"/>
          </p:nvPr>
        </p:nvSpPr>
        <p:spPr>
          <a:xfrm>
            <a:off x="5797968" y="2559605"/>
            <a:ext cx="18507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40" name="Google Shape;140;p19"/>
          <p:cNvSpPr txBox="1"/>
          <p:nvPr>
            <p:ph idx="4" type="subTitle"/>
          </p:nvPr>
        </p:nvSpPr>
        <p:spPr>
          <a:xfrm>
            <a:off x="1526019" y="3166668"/>
            <a:ext cx="1812900" cy="465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41" name="Google Shape;141;p19"/>
          <p:cNvSpPr txBox="1"/>
          <p:nvPr>
            <p:ph idx="5" type="subTitle"/>
          </p:nvPr>
        </p:nvSpPr>
        <p:spPr>
          <a:xfrm>
            <a:off x="3646051" y="3166668"/>
            <a:ext cx="1851900" cy="465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42" name="Google Shape;142;p19"/>
          <p:cNvSpPr txBox="1"/>
          <p:nvPr>
            <p:ph idx="6" type="subTitle"/>
          </p:nvPr>
        </p:nvSpPr>
        <p:spPr>
          <a:xfrm>
            <a:off x="5797968" y="3170098"/>
            <a:ext cx="1850700" cy="465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43" name="Google Shape;143;p19"/>
          <p:cNvSpPr/>
          <p:nvPr/>
        </p:nvSpPr>
        <p:spPr>
          <a:xfrm rot="5400000">
            <a:off x="1077063" y="1815559"/>
            <a:ext cx="2710575" cy="2139650"/>
          </a:xfrm>
          <a:prstGeom prst="flowChartPreparation">
            <a:avLst/>
          </a:prstGeom>
          <a:gradFill>
            <a:gsLst>
              <a:gs pos="0">
                <a:srgbClr val="FFFFFF">
                  <a:alpha val="0"/>
                </a:srgbClr>
              </a:gs>
              <a:gs pos="100000">
                <a:srgbClr val="FFFFFF">
                  <a:alpha val="39216"/>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9"/>
          <p:cNvSpPr/>
          <p:nvPr/>
        </p:nvSpPr>
        <p:spPr>
          <a:xfrm rot="5400000">
            <a:off x="3216713" y="1815559"/>
            <a:ext cx="2710575" cy="2139650"/>
          </a:xfrm>
          <a:prstGeom prst="flowChartPreparation">
            <a:avLst/>
          </a:prstGeom>
          <a:gradFill>
            <a:gsLst>
              <a:gs pos="0">
                <a:srgbClr val="FFFFFF">
                  <a:alpha val="0"/>
                </a:srgbClr>
              </a:gs>
              <a:gs pos="100000">
                <a:srgbClr val="FFFFFF">
                  <a:alpha val="39216"/>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
          <p:cNvSpPr/>
          <p:nvPr/>
        </p:nvSpPr>
        <p:spPr>
          <a:xfrm rot="5400000">
            <a:off x="5356363" y="1815559"/>
            <a:ext cx="2710575" cy="2139650"/>
          </a:xfrm>
          <a:prstGeom prst="flowChartPreparation">
            <a:avLst/>
          </a:prstGeom>
          <a:gradFill>
            <a:gsLst>
              <a:gs pos="0">
                <a:srgbClr val="FFFFFF">
                  <a:alpha val="0"/>
                </a:srgbClr>
              </a:gs>
              <a:gs pos="100000">
                <a:srgbClr val="FFFFFF">
                  <a:alpha val="39216"/>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4">
    <p:spTree>
      <p:nvGrpSpPr>
        <p:cNvPr id="146" name="Shape 146"/>
        <p:cNvGrpSpPr/>
        <p:nvPr/>
      </p:nvGrpSpPr>
      <p:grpSpPr>
        <a:xfrm>
          <a:off x="0" y="0"/>
          <a:ext cx="0" cy="0"/>
          <a:chOff x="0" y="0"/>
          <a:chExt cx="0" cy="0"/>
        </a:xfrm>
      </p:grpSpPr>
      <p:sp>
        <p:nvSpPr>
          <p:cNvPr id="147" name="Google Shape;147;p20"/>
          <p:cNvSpPr txBox="1"/>
          <p:nvPr>
            <p:ph type="ctrTitle"/>
          </p:nvPr>
        </p:nvSpPr>
        <p:spPr>
          <a:xfrm flipH="1">
            <a:off x="457200" y="44438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148" name="Google Shape;148;p20"/>
          <p:cNvPicPr preferRelativeResize="0"/>
          <p:nvPr/>
        </p:nvPicPr>
        <p:blipFill>
          <a:blip r:embed="rId2">
            <a:alphaModFix/>
          </a:blip>
          <a:stretch>
            <a:fillRect/>
          </a:stretch>
        </p:blipFill>
        <p:spPr>
          <a:xfrm>
            <a:off x="0" y="0"/>
            <a:ext cx="2300675" cy="2075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5">
  <p:cSld name="CUSTOM_50">
    <p:spTree>
      <p:nvGrpSpPr>
        <p:cNvPr id="149" name="Shape 149"/>
        <p:cNvGrpSpPr/>
        <p:nvPr/>
      </p:nvGrpSpPr>
      <p:grpSpPr>
        <a:xfrm>
          <a:off x="0" y="0"/>
          <a:ext cx="0" cy="0"/>
          <a:chOff x="0" y="0"/>
          <a:chExt cx="0" cy="0"/>
        </a:xfrm>
      </p:grpSpPr>
      <p:pic>
        <p:nvPicPr>
          <p:cNvPr id="150" name="Google Shape;150;p21"/>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151" name="Google Shape;151;p21"/>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lgn="l">
              <a:spcBef>
                <a:spcPts val="0"/>
              </a:spcBef>
              <a:spcAft>
                <a:spcPts val="0"/>
              </a:spcAft>
              <a:buClr>
                <a:srgbClr val="FFFFFF"/>
              </a:buClr>
              <a:buSzPts val="3600"/>
              <a:buNone/>
              <a:defRPr sz="36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152" name="Google Shape;152;p21"/>
          <p:cNvSpPr txBox="1"/>
          <p:nvPr>
            <p:ph idx="1" type="subTitle"/>
          </p:nvPr>
        </p:nvSpPr>
        <p:spPr>
          <a:xfrm>
            <a:off x="1203833" y="2719326"/>
            <a:ext cx="2240100" cy="60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53" name="Google Shape;153;p21"/>
          <p:cNvSpPr txBox="1"/>
          <p:nvPr>
            <p:ph idx="2" type="subTitle"/>
          </p:nvPr>
        </p:nvSpPr>
        <p:spPr>
          <a:xfrm>
            <a:off x="4766489" y="3583682"/>
            <a:ext cx="2299200" cy="60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54" name="Google Shape;154;p21"/>
          <p:cNvSpPr txBox="1"/>
          <p:nvPr>
            <p:ph idx="3" type="subTitle"/>
          </p:nvPr>
        </p:nvSpPr>
        <p:spPr>
          <a:xfrm>
            <a:off x="4772499" y="1802770"/>
            <a:ext cx="2299200" cy="60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55" name="Google Shape;155;p21"/>
          <p:cNvSpPr txBox="1"/>
          <p:nvPr>
            <p:ph idx="4" type="subTitle"/>
          </p:nvPr>
        </p:nvSpPr>
        <p:spPr>
          <a:xfrm>
            <a:off x="1203833" y="2196338"/>
            <a:ext cx="2240100" cy="46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56" name="Google Shape;156;p21"/>
          <p:cNvSpPr txBox="1"/>
          <p:nvPr>
            <p:ph idx="5" type="subTitle"/>
          </p:nvPr>
        </p:nvSpPr>
        <p:spPr>
          <a:xfrm>
            <a:off x="4798042" y="3079150"/>
            <a:ext cx="2273100" cy="465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lgn="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57" name="Google Shape;157;p21"/>
          <p:cNvSpPr txBox="1"/>
          <p:nvPr>
            <p:ph idx="6" type="subTitle"/>
          </p:nvPr>
        </p:nvSpPr>
        <p:spPr>
          <a:xfrm>
            <a:off x="4772499" y="1272083"/>
            <a:ext cx="2299200" cy="465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lgn="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7">
  <p:cSld name="CUSTOM_52">
    <p:spTree>
      <p:nvGrpSpPr>
        <p:cNvPr id="158" name="Shape 158"/>
        <p:cNvGrpSpPr/>
        <p:nvPr/>
      </p:nvGrpSpPr>
      <p:grpSpPr>
        <a:xfrm>
          <a:off x="0" y="0"/>
          <a:ext cx="0" cy="0"/>
          <a:chOff x="0" y="0"/>
          <a:chExt cx="0" cy="0"/>
        </a:xfrm>
      </p:grpSpPr>
      <p:sp>
        <p:nvSpPr>
          <p:cNvPr id="159" name="Google Shape;159;p22"/>
          <p:cNvSpPr txBox="1"/>
          <p:nvPr>
            <p:ph type="ctrTitle"/>
          </p:nvPr>
        </p:nvSpPr>
        <p:spPr>
          <a:xfrm flipH="1">
            <a:off x="457200" y="437050"/>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160" name="Google Shape;160;p22"/>
          <p:cNvPicPr preferRelativeResize="0"/>
          <p:nvPr/>
        </p:nvPicPr>
        <p:blipFill>
          <a:blip r:embed="rId2">
            <a:alphaModFix/>
          </a:blip>
          <a:stretch>
            <a:fillRect/>
          </a:stretch>
        </p:blipFill>
        <p:spPr>
          <a:xfrm>
            <a:off x="0" y="0"/>
            <a:ext cx="2300675" cy="2075900"/>
          </a:xfrm>
          <a:prstGeom prst="rect">
            <a:avLst/>
          </a:prstGeom>
          <a:noFill/>
          <a:ln>
            <a:noFill/>
          </a:ln>
        </p:spPr>
      </p:pic>
      <p:sp>
        <p:nvSpPr>
          <p:cNvPr id="161" name="Google Shape;161;p22"/>
          <p:cNvSpPr txBox="1"/>
          <p:nvPr>
            <p:ph idx="1" type="subTitle"/>
          </p:nvPr>
        </p:nvSpPr>
        <p:spPr>
          <a:xfrm>
            <a:off x="1700600" y="2921393"/>
            <a:ext cx="13953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62" name="Google Shape;162;p22"/>
          <p:cNvSpPr txBox="1"/>
          <p:nvPr>
            <p:ph idx="2" type="subTitle"/>
          </p:nvPr>
        </p:nvSpPr>
        <p:spPr>
          <a:xfrm>
            <a:off x="1553500" y="2529762"/>
            <a:ext cx="16431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63" name="Google Shape;163;p22"/>
          <p:cNvSpPr txBox="1"/>
          <p:nvPr>
            <p:ph idx="3" type="subTitle"/>
          </p:nvPr>
        </p:nvSpPr>
        <p:spPr>
          <a:xfrm>
            <a:off x="1691000" y="2027255"/>
            <a:ext cx="13953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solidFill>
                  <a:schemeClr val="accent2"/>
                </a:solidFill>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64" name="Google Shape;164;p22"/>
          <p:cNvSpPr txBox="1"/>
          <p:nvPr>
            <p:ph idx="4" type="subTitle"/>
          </p:nvPr>
        </p:nvSpPr>
        <p:spPr>
          <a:xfrm>
            <a:off x="5929000" y="2926550"/>
            <a:ext cx="16431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65" name="Google Shape;165;p22"/>
          <p:cNvSpPr txBox="1"/>
          <p:nvPr>
            <p:ph idx="5" type="subTitle"/>
          </p:nvPr>
        </p:nvSpPr>
        <p:spPr>
          <a:xfrm>
            <a:off x="5905750" y="2518950"/>
            <a:ext cx="16896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66" name="Google Shape;166;p22"/>
          <p:cNvSpPr txBox="1"/>
          <p:nvPr>
            <p:ph idx="6" type="subTitle"/>
          </p:nvPr>
        </p:nvSpPr>
        <p:spPr>
          <a:xfrm>
            <a:off x="6001300" y="2032688"/>
            <a:ext cx="14985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solidFill>
                  <a:schemeClr val="accent2"/>
                </a:solidFill>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67" name="Google Shape;167;p22"/>
          <p:cNvSpPr txBox="1"/>
          <p:nvPr>
            <p:ph idx="7" type="subTitle"/>
          </p:nvPr>
        </p:nvSpPr>
        <p:spPr>
          <a:xfrm>
            <a:off x="3768500" y="3407943"/>
            <a:ext cx="16068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168" name="Google Shape;168;p22"/>
          <p:cNvSpPr txBox="1"/>
          <p:nvPr>
            <p:ph idx="8" type="subTitle"/>
          </p:nvPr>
        </p:nvSpPr>
        <p:spPr>
          <a:xfrm>
            <a:off x="3604790" y="3039918"/>
            <a:ext cx="1934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69" name="Google Shape;169;p22"/>
          <p:cNvSpPr txBox="1"/>
          <p:nvPr>
            <p:ph idx="9" type="subTitle"/>
          </p:nvPr>
        </p:nvSpPr>
        <p:spPr>
          <a:xfrm>
            <a:off x="3604790" y="2529480"/>
            <a:ext cx="1934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solidFill>
                  <a:schemeClr val="accent2"/>
                </a:solidFill>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170" name="Google Shape;170;p22"/>
          <p:cNvSpPr/>
          <p:nvPr/>
        </p:nvSpPr>
        <p:spPr>
          <a:xfrm>
            <a:off x="3577850" y="1722475"/>
            <a:ext cx="1988100" cy="2905200"/>
          </a:xfrm>
          <a:prstGeom prst="rect">
            <a:avLst/>
          </a:prstGeom>
          <a:solidFill>
            <a:srgbClr val="FFFFFF">
              <a:alpha val="1192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         </a:t>
            </a:r>
            <a:endParaRPr>
              <a:solidFill>
                <a:schemeClr val="dk1"/>
              </a:solidFill>
            </a:endParaRPr>
          </a:p>
        </p:txBody>
      </p:sp>
      <p:sp>
        <p:nvSpPr>
          <p:cNvPr id="171" name="Google Shape;171;p22"/>
          <p:cNvSpPr/>
          <p:nvPr/>
        </p:nvSpPr>
        <p:spPr>
          <a:xfrm>
            <a:off x="5756500" y="1177900"/>
            <a:ext cx="1988100" cy="2905200"/>
          </a:xfrm>
          <a:prstGeom prst="rect">
            <a:avLst/>
          </a:prstGeom>
          <a:solidFill>
            <a:srgbClr val="FFFFFF">
              <a:alpha val="1192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         </a:t>
            </a:r>
            <a:endParaRPr>
              <a:solidFill>
                <a:schemeClr val="dk1"/>
              </a:solidFill>
            </a:endParaRPr>
          </a:p>
        </p:txBody>
      </p:sp>
      <p:sp>
        <p:nvSpPr>
          <p:cNvPr id="172" name="Google Shape;172;p22"/>
          <p:cNvSpPr/>
          <p:nvPr/>
        </p:nvSpPr>
        <p:spPr>
          <a:xfrm>
            <a:off x="1399400" y="1177900"/>
            <a:ext cx="1988100" cy="2905200"/>
          </a:xfrm>
          <a:prstGeom prst="rect">
            <a:avLst/>
          </a:prstGeom>
          <a:solidFill>
            <a:srgbClr val="FFFFFF">
              <a:alpha val="1192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         </a:t>
            </a:r>
            <a:endParaRPr>
              <a:solidFill>
                <a:schemeClr val="dk1"/>
              </a:solidFill>
            </a:endParaRPr>
          </a:p>
        </p:txBody>
      </p:sp>
      <p:pic>
        <p:nvPicPr>
          <p:cNvPr id="173" name="Google Shape;173;p22"/>
          <p:cNvPicPr preferRelativeResize="0"/>
          <p:nvPr/>
        </p:nvPicPr>
        <p:blipFill>
          <a:blip r:embed="rId2">
            <a:alphaModFix/>
          </a:blip>
          <a:stretch>
            <a:fillRect/>
          </a:stretch>
        </p:blipFill>
        <p:spPr>
          <a:xfrm flipH="1">
            <a:off x="6843125" y="0"/>
            <a:ext cx="2300675" cy="2075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7">
    <p:spTree>
      <p:nvGrpSpPr>
        <p:cNvPr id="174" name="Shape 174"/>
        <p:cNvGrpSpPr/>
        <p:nvPr/>
      </p:nvGrpSpPr>
      <p:grpSpPr>
        <a:xfrm>
          <a:off x="0" y="0"/>
          <a:ext cx="0" cy="0"/>
          <a:chOff x="0" y="0"/>
          <a:chExt cx="0" cy="0"/>
        </a:xfrm>
      </p:grpSpPr>
      <p:pic>
        <p:nvPicPr>
          <p:cNvPr id="175" name="Google Shape;175;p23"/>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176" name="Google Shape;176;p23"/>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600"/>
              <a:buNone/>
              <a:defRPr sz="36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pic>
        <p:nvPicPr>
          <p:cNvPr id="177" name="Google Shape;177;p23"/>
          <p:cNvPicPr preferRelativeResize="0"/>
          <p:nvPr/>
        </p:nvPicPr>
        <p:blipFill>
          <a:blip r:embed="rId2">
            <a:alphaModFix/>
          </a:blip>
          <a:stretch>
            <a:fillRect/>
          </a:stretch>
        </p:blipFill>
        <p:spPr>
          <a:xfrm>
            <a:off x="-258926" y="4150897"/>
            <a:ext cx="1414025" cy="1275850"/>
          </a:xfrm>
          <a:prstGeom prst="rect">
            <a:avLst/>
          </a:prstGeom>
          <a:noFill/>
          <a:ln>
            <a:noFill/>
          </a:ln>
        </p:spPr>
      </p:pic>
      <p:pic>
        <p:nvPicPr>
          <p:cNvPr id="178" name="Google Shape;178;p23"/>
          <p:cNvPicPr preferRelativeResize="0"/>
          <p:nvPr/>
        </p:nvPicPr>
        <p:blipFill>
          <a:blip r:embed="rId2">
            <a:alphaModFix/>
          </a:blip>
          <a:stretch>
            <a:fillRect/>
          </a:stretch>
        </p:blipFill>
        <p:spPr>
          <a:xfrm>
            <a:off x="0" y="6"/>
            <a:ext cx="2300675" cy="2075900"/>
          </a:xfrm>
          <a:prstGeom prst="rect">
            <a:avLst/>
          </a:prstGeom>
          <a:noFill/>
          <a:ln>
            <a:noFill/>
          </a:ln>
        </p:spPr>
      </p:pic>
      <p:pic>
        <p:nvPicPr>
          <p:cNvPr id="179" name="Google Shape;179;p23"/>
          <p:cNvPicPr preferRelativeResize="0"/>
          <p:nvPr/>
        </p:nvPicPr>
        <p:blipFill>
          <a:blip r:embed="rId2">
            <a:alphaModFix/>
          </a:blip>
          <a:stretch>
            <a:fillRect/>
          </a:stretch>
        </p:blipFill>
        <p:spPr>
          <a:xfrm flipH="1">
            <a:off x="7967964" y="4293802"/>
            <a:ext cx="1414025" cy="12758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5">
  <p:cSld name="CUSTOM_23">
    <p:spTree>
      <p:nvGrpSpPr>
        <p:cNvPr id="180" name="Shape 180"/>
        <p:cNvGrpSpPr/>
        <p:nvPr/>
      </p:nvGrpSpPr>
      <p:grpSpPr>
        <a:xfrm>
          <a:off x="0" y="0"/>
          <a:ext cx="0" cy="0"/>
          <a:chOff x="0" y="0"/>
          <a:chExt cx="0" cy="0"/>
        </a:xfrm>
      </p:grpSpPr>
      <p:sp>
        <p:nvSpPr>
          <p:cNvPr id="181" name="Google Shape;181;p24"/>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82" name="Google Shape;182;p24"/>
          <p:cNvSpPr txBox="1"/>
          <p:nvPr>
            <p:ph idx="2" type="ctrTitle"/>
          </p:nvPr>
        </p:nvSpPr>
        <p:spPr>
          <a:xfrm>
            <a:off x="1690457" y="1900424"/>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83" name="Google Shape;183;p24"/>
          <p:cNvSpPr txBox="1"/>
          <p:nvPr>
            <p:ph idx="1" type="subTitle"/>
          </p:nvPr>
        </p:nvSpPr>
        <p:spPr>
          <a:xfrm>
            <a:off x="2051807" y="23697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84" name="Google Shape;184;p24"/>
          <p:cNvSpPr txBox="1"/>
          <p:nvPr>
            <p:ph idx="3" type="ctrTitle"/>
          </p:nvPr>
        </p:nvSpPr>
        <p:spPr>
          <a:xfrm>
            <a:off x="1690457" y="340500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85" name="Google Shape;185;p24"/>
          <p:cNvSpPr txBox="1"/>
          <p:nvPr>
            <p:ph idx="4" type="subTitle"/>
          </p:nvPr>
        </p:nvSpPr>
        <p:spPr>
          <a:xfrm>
            <a:off x="2051807" y="38717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86" name="Google Shape;186;p24"/>
          <p:cNvSpPr txBox="1"/>
          <p:nvPr>
            <p:ph idx="5" type="ctrTitle"/>
          </p:nvPr>
        </p:nvSpPr>
        <p:spPr>
          <a:xfrm>
            <a:off x="4824357" y="1900424"/>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87" name="Google Shape;187;p24"/>
          <p:cNvSpPr txBox="1"/>
          <p:nvPr>
            <p:ph idx="6" type="subTitle"/>
          </p:nvPr>
        </p:nvSpPr>
        <p:spPr>
          <a:xfrm>
            <a:off x="5185707" y="23697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88" name="Google Shape;188;p24"/>
          <p:cNvSpPr txBox="1"/>
          <p:nvPr>
            <p:ph idx="7" type="ctrTitle"/>
          </p:nvPr>
        </p:nvSpPr>
        <p:spPr>
          <a:xfrm>
            <a:off x="4824357" y="340500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89" name="Google Shape;189;p24"/>
          <p:cNvSpPr txBox="1"/>
          <p:nvPr>
            <p:ph idx="8" type="subTitle"/>
          </p:nvPr>
        </p:nvSpPr>
        <p:spPr>
          <a:xfrm>
            <a:off x="5185707" y="38717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cxnSp>
        <p:nvCxnSpPr>
          <p:cNvPr id="190" name="Google Shape;190;p24"/>
          <p:cNvCxnSpPr/>
          <p:nvPr/>
        </p:nvCxnSpPr>
        <p:spPr>
          <a:xfrm>
            <a:off x="2273400" y="2110663"/>
            <a:ext cx="4597200" cy="0"/>
          </a:xfrm>
          <a:prstGeom prst="straightConnector1">
            <a:avLst/>
          </a:prstGeom>
          <a:noFill/>
          <a:ln cap="flat" cmpd="sng" w="19050">
            <a:solidFill>
              <a:schemeClr val="lt1"/>
            </a:solidFill>
            <a:prstDash val="solid"/>
            <a:round/>
            <a:headEnd len="med" w="med" type="none"/>
            <a:tailEnd len="med" w="med" type="none"/>
          </a:ln>
        </p:spPr>
      </p:cxnSp>
      <p:cxnSp>
        <p:nvCxnSpPr>
          <p:cNvPr id="191" name="Google Shape;191;p24"/>
          <p:cNvCxnSpPr/>
          <p:nvPr/>
        </p:nvCxnSpPr>
        <p:spPr>
          <a:xfrm>
            <a:off x="2273400" y="3627438"/>
            <a:ext cx="4597200" cy="0"/>
          </a:xfrm>
          <a:prstGeom prst="straightConnector1">
            <a:avLst/>
          </a:prstGeom>
          <a:noFill/>
          <a:ln cap="flat" cmpd="sng" w="19050">
            <a:solidFill>
              <a:schemeClr val="lt1"/>
            </a:solidFill>
            <a:prstDash val="solid"/>
            <a:round/>
            <a:headEnd len="med" w="med" type="none"/>
            <a:tailEnd len="med" w="med" type="none"/>
          </a:ln>
        </p:spPr>
      </p:cxnSp>
      <p:pic>
        <p:nvPicPr>
          <p:cNvPr id="192" name="Google Shape;192;p24"/>
          <p:cNvPicPr preferRelativeResize="0"/>
          <p:nvPr/>
        </p:nvPicPr>
        <p:blipFill>
          <a:blip r:embed="rId2">
            <a:alphaModFix/>
          </a:blip>
          <a:stretch>
            <a:fillRect/>
          </a:stretch>
        </p:blipFill>
        <p:spPr>
          <a:xfrm flipH="1" rot="-5400000">
            <a:off x="6941050" y="-576048"/>
            <a:ext cx="2754276" cy="2485175"/>
          </a:xfrm>
          <a:prstGeom prst="rect">
            <a:avLst/>
          </a:prstGeom>
          <a:noFill/>
          <a:ln>
            <a:noFill/>
          </a:ln>
        </p:spPr>
      </p:pic>
      <p:pic>
        <p:nvPicPr>
          <p:cNvPr id="193" name="Google Shape;193;p24"/>
          <p:cNvPicPr preferRelativeResize="0"/>
          <p:nvPr/>
        </p:nvPicPr>
        <p:blipFill>
          <a:blip r:embed="rId2">
            <a:alphaModFix/>
          </a:blip>
          <a:stretch>
            <a:fillRect/>
          </a:stretch>
        </p:blipFill>
        <p:spPr>
          <a:xfrm rot="5400000">
            <a:off x="-134550" y="-576388"/>
            <a:ext cx="2754276" cy="2485175"/>
          </a:xfrm>
          <a:prstGeom prst="rect">
            <a:avLst/>
          </a:prstGeom>
          <a:noFill/>
          <a:ln>
            <a:noFill/>
          </a:ln>
        </p:spPr>
      </p:pic>
      <p:pic>
        <p:nvPicPr>
          <p:cNvPr id="194" name="Google Shape;194;p24"/>
          <p:cNvPicPr preferRelativeResize="0"/>
          <p:nvPr/>
        </p:nvPicPr>
        <p:blipFill>
          <a:blip r:embed="rId2">
            <a:alphaModFix/>
          </a:blip>
          <a:stretch>
            <a:fillRect/>
          </a:stretch>
        </p:blipFill>
        <p:spPr>
          <a:xfrm rot="5400000">
            <a:off x="-144075" y="3612343"/>
            <a:ext cx="2754276" cy="2485175"/>
          </a:xfrm>
          <a:prstGeom prst="rect">
            <a:avLst/>
          </a:prstGeom>
          <a:noFill/>
          <a:ln>
            <a:noFill/>
          </a:ln>
        </p:spPr>
      </p:pic>
      <p:pic>
        <p:nvPicPr>
          <p:cNvPr id="195" name="Google Shape;195;p24"/>
          <p:cNvPicPr preferRelativeResize="0"/>
          <p:nvPr/>
        </p:nvPicPr>
        <p:blipFill>
          <a:blip r:embed="rId2">
            <a:alphaModFix/>
          </a:blip>
          <a:stretch>
            <a:fillRect/>
          </a:stretch>
        </p:blipFill>
        <p:spPr>
          <a:xfrm flipH="1" rot="-5400000">
            <a:off x="6931525" y="3621493"/>
            <a:ext cx="2754276" cy="24851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56">
    <p:spTree>
      <p:nvGrpSpPr>
        <p:cNvPr id="196" name="Shape 196"/>
        <p:cNvGrpSpPr/>
        <p:nvPr/>
      </p:nvGrpSpPr>
      <p:grpSpPr>
        <a:xfrm>
          <a:off x="0" y="0"/>
          <a:ext cx="0" cy="0"/>
          <a:chOff x="0" y="0"/>
          <a:chExt cx="0" cy="0"/>
        </a:xfrm>
      </p:grpSpPr>
      <p:sp>
        <p:nvSpPr>
          <p:cNvPr id="197" name="Google Shape;197;p25"/>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98" name="Google Shape;198;p25"/>
          <p:cNvSpPr txBox="1"/>
          <p:nvPr>
            <p:ph idx="1" type="subTitle"/>
          </p:nvPr>
        </p:nvSpPr>
        <p:spPr>
          <a:xfrm>
            <a:off x="1132000" y="3432862"/>
            <a:ext cx="1874100" cy="367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600">
                <a:latin typeface="Squada One"/>
                <a:ea typeface="Squada One"/>
                <a:cs typeface="Squada One"/>
                <a:sym typeface="Squada One"/>
              </a:defRPr>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199" name="Google Shape;199;p25"/>
          <p:cNvPicPr preferRelativeResize="0"/>
          <p:nvPr/>
        </p:nvPicPr>
        <p:blipFill>
          <a:blip r:embed="rId2">
            <a:alphaModFix/>
          </a:blip>
          <a:stretch>
            <a:fillRect/>
          </a:stretch>
        </p:blipFill>
        <p:spPr>
          <a:xfrm>
            <a:off x="-5" y="-581412"/>
            <a:ext cx="2300675" cy="2075900"/>
          </a:xfrm>
          <a:prstGeom prst="rect">
            <a:avLst/>
          </a:prstGeom>
          <a:noFill/>
          <a:ln>
            <a:noFill/>
          </a:ln>
        </p:spPr>
      </p:pic>
      <p:sp>
        <p:nvSpPr>
          <p:cNvPr id="200" name="Google Shape;200;p25"/>
          <p:cNvSpPr txBox="1"/>
          <p:nvPr>
            <p:ph hasCustomPrompt="1" idx="2" type="title"/>
          </p:nvPr>
        </p:nvSpPr>
        <p:spPr>
          <a:xfrm>
            <a:off x="3725850" y="2029263"/>
            <a:ext cx="1515900" cy="453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01" name="Google Shape;201;p25"/>
          <p:cNvSpPr txBox="1"/>
          <p:nvPr>
            <p:ph hasCustomPrompt="1" idx="3" type="title"/>
          </p:nvPr>
        </p:nvSpPr>
        <p:spPr>
          <a:xfrm>
            <a:off x="3022450" y="3601675"/>
            <a:ext cx="1407300" cy="453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02" name="Google Shape;202;p25"/>
          <p:cNvSpPr txBox="1"/>
          <p:nvPr>
            <p:ph hasCustomPrompt="1" idx="4" type="title"/>
          </p:nvPr>
        </p:nvSpPr>
        <p:spPr>
          <a:xfrm>
            <a:off x="4565843" y="3408687"/>
            <a:ext cx="685800" cy="453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03" name="Google Shape;203;p25"/>
          <p:cNvSpPr txBox="1"/>
          <p:nvPr>
            <p:ph idx="5" type="subTitle"/>
          </p:nvPr>
        </p:nvSpPr>
        <p:spPr>
          <a:xfrm>
            <a:off x="5445069" y="1751762"/>
            <a:ext cx="1868700" cy="367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200"/>
              <a:buNone/>
              <a:defRPr sz="1600">
                <a:latin typeface="Squada One"/>
                <a:ea typeface="Squada One"/>
                <a:cs typeface="Squada One"/>
                <a:sym typeface="Squada One"/>
              </a:defRPr>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04" name="Google Shape;204;p25"/>
          <p:cNvSpPr txBox="1"/>
          <p:nvPr>
            <p:ph idx="6" type="subTitle"/>
          </p:nvPr>
        </p:nvSpPr>
        <p:spPr>
          <a:xfrm>
            <a:off x="5326225" y="3441195"/>
            <a:ext cx="1874100" cy="367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200"/>
              <a:buNone/>
              <a:defRPr sz="1600">
                <a:latin typeface="Squada One"/>
                <a:ea typeface="Squada One"/>
                <a:cs typeface="Squada One"/>
                <a:sym typeface="Squada One"/>
              </a:defRPr>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05" name="Google Shape;205;p25"/>
          <p:cNvSpPr txBox="1"/>
          <p:nvPr>
            <p:ph idx="7" type="subTitle"/>
          </p:nvPr>
        </p:nvSpPr>
        <p:spPr>
          <a:xfrm>
            <a:off x="5439558" y="1986687"/>
            <a:ext cx="1868700" cy="6705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06" name="Google Shape;206;p25"/>
          <p:cNvSpPr txBox="1"/>
          <p:nvPr>
            <p:ph idx="8" type="subTitle"/>
          </p:nvPr>
        </p:nvSpPr>
        <p:spPr>
          <a:xfrm>
            <a:off x="5328925" y="3808995"/>
            <a:ext cx="1868700" cy="569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07" name="Google Shape;207;p25"/>
          <p:cNvSpPr txBox="1"/>
          <p:nvPr>
            <p:ph idx="9" type="subTitle"/>
          </p:nvPr>
        </p:nvSpPr>
        <p:spPr>
          <a:xfrm>
            <a:off x="1132000" y="3592190"/>
            <a:ext cx="1874100" cy="778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9">
  <p:cSld name="CUSTOM_58">
    <p:spTree>
      <p:nvGrpSpPr>
        <p:cNvPr id="208" name="Shape 208"/>
        <p:cNvGrpSpPr/>
        <p:nvPr/>
      </p:nvGrpSpPr>
      <p:grpSpPr>
        <a:xfrm>
          <a:off x="0" y="0"/>
          <a:ext cx="0" cy="0"/>
          <a:chOff x="0" y="0"/>
          <a:chExt cx="0" cy="0"/>
        </a:xfrm>
      </p:grpSpPr>
      <p:sp>
        <p:nvSpPr>
          <p:cNvPr id="209" name="Google Shape;209;p26"/>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210" name="Google Shape;210;p26"/>
          <p:cNvPicPr preferRelativeResize="0"/>
          <p:nvPr/>
        </p:nvPicPr>
        <p:blipFill>
          <a:blip r:embed="rId2">
            <a:alphaModFix/>
          </a:blip>
          <a:stretch>
            <a:fillRect/>
          </a:stretch>
        </p:blipFill>
        <p:spPr>
          <a:xfrm>
            <a:off x="0" y="0"/>
            <a:ext cx="2300675" cy="2075900"/>
          </a:xfrm>
          <a:prstGeom prst="rect">
            <a:avLst/>
          </a:prstGeom>
          <a:noFill/>
          <a:ln>
            <a:noFill/>
          </a:ln>
        </p:spPr>
      </p:pic>
      <p:sp>
        <p:nvSpPr>
          <p:cNvPr id="211" name="Google Shape;211;p26"/>
          <p:cNvSpPr txBox="1"/>
          <p:nvPr>
            <p:ph idx="1" type="subTitle"/>
          </p:nvPr>
        </p:nvSpPr>
        <p:spPr>
          <a:xfrm>
            <a:off x="1758182" y="4055692"/>
            <a:ext cx="12177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12" name="Google Shape;212;p26"/>
          <p:cNvSpPr txBox="1"/>
          <p:nvPr>
            <p:ph idx="2" type="subTitle"/>
          </p:nvPr>
        </p:nvSpPr>
        <p:spPr>
          <a:xfrm>
            <a:off x="3939062" y="4070880"/>
            <a:ext cx="12624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13" name="Google Shape;213;p26"/>
          <p:cNvSpPr txBox="1"/>
          <p:nvPr>
            <p:ph idx="3" type="subTitle"/>
          </p:nvPr>
        </p:nvSpPr>
        <p:spPr>
          <a:xfrm>
            <a:off x="6187500" y="4069687"/>
            <a:ext cx="12624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14" name="Google Shape;214;p26"/>
          <p:cNvSpPr txBox="1"/>
          <p:nvPr>
            <p:ph idx="4" type="subTitle"/>
          </p:nvPr>
        </p:nvSpPr>
        <p:spPr>
          <a:xfrm>
            <a:off x="1743882" y="3729155"/>
            <a:ext cx="12177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
        <p:nvSpPr>
          <p:cNvPr id="215" name="Google Shape;215;p26"/>
          <p:cNvSpPr txBox="1"/>
          <p:nvPr>
            <p:ph idx="5" type="subTitle"/>
          </p:nvPr>
        </p:nvSpPr>
        <p:spPr>
          <a:xfrm>
            <a:off x="3939062" y="3733800"/>
            <a:ext cx="1262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
        <p:nvSpPr>
          <p:cNvPr id="216" name="Google Shape;216;p26"/>
          <p:cNvSpPr txBox="1"/>
          <p:nvPr>
            <p:ph idx="6" type="subTitle"/>
          </p:nvPr>
        </p:nvSpPr>
        <p:spPr>
          <a:xfrm>
            <a:off x="6187600" y="3733632"/>
            <a:ext cx="1262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7">
  <p:cSld name="CUSTOM_60">
    <p:spTree>
      <p:nvGrpSpPr>
        <p:cNvPr id="217" name="Shape 217"/>
        <p:cNvGrpSpPr/>
        <p:nvPr/>
      </p:nvGrpSpPr>
      <p:grpSpPr>
        <a:xfrm>
          <a:off x="0" y="0"/>
          <a:ext cx="0" cy="0"/>
          <a:chOff x="0" y="0"/>
          <a:chExt cx="0" cy="0"/>
        </a:xfrm>
      </p:grpSpPr>
      <p:pic>
        <p:nvPicPr>
          <p:cNvPr id="218" name="Google Shape;218;p27"/>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219" name="Google Shape;219;p27"/>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600"/>
              <a:buNone/>
              <a:defRPr sz="36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220" name="Google Shape;220;p27"/>
          <p:cNvSpPr txBox="1"/>
          <p:nvPr>
            <p:ph idx="2" type="ctrTitle"/>
          </p:nvPr>
        </p:nvSpPr>
        <p:spPr>
          <a:xfrm>
            <a:off x="2393800" y="3851557"/>
            <a:ext cx="1231200" cy="36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1400"/>
              <a:buNone/>
              <a:defRPr sz="16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p:txBody>
      </p:sp>
      <p:sp>
        <p:nvSpPr>
          <p:cNvPr id="221" name="Google Shape;221;p27"/>
          <p:cNvSpPr txBox="1"/>
          <p:nvPr>
            <p:ph idx="1" type="subTitle"/>
          </p:nvPr>
        </p:nvSpPr>
        <p:spPr>
          <a:xfrm>
            <a:off x="2393800" y="4112538"/>
            <a:ext cx="1231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160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22" name="Google Shape;222;p27"/>
          <p:cNvSpPr txBox="1"/>
          <p:nvPr>
            <p:ph idx="3" type="ctrTitle"/>
          </p:nvPr>
        </p:nvSpPr>
        <p:spPr>
          <a:xfrm>
            <a:off x="4454450" y="3859775"/>
            <a:ext cx="1231200" cy="36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1400"/>
              <a:buNone/>
              <a:defRPr sz="16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p:txBody>
      </p:sp>
      <p:sp>
        <p:nvSpPr>
          <p:cNvPr id="223" name="Google Shape;223;p27"/>
          <p:cNvSpPr txBox="1"/>
          <p:nvPr>
            <p:ph idx="4" type="subTitle"/>
          </p:nvPr>
        </p:nvSpPr>
        <p:spPr>
          <a:xfrm>
            <a:off x="4454600" y="4111838"/>
            <a:ext cx="1231200" cy="57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160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24" name="Google Shape;224;p27"/>
          <p:cNvSpPr txBox="1"/>
          <p:nvPr>
            <p:ph idx="5" type="ctrTitle"/>
          </p:nvPr>
        </p:nvSpPr>
        <p:spPr>
          <a:xfrm>
            <a:off x="3443775" y="1362901"/>
            <a:ext cx="1231200" cy="36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1400"/>
              <a:buNone/>
              <a:defRPr sz="16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p:txBody>
      </p:sp>
      <p:sp>
        <p:nvSpPr>
          <p:cNvPr id="225" name="Google Shape;225;p27"/>
          <p:cNvSpPr txBox="1"/>
          <p:nvPr>
            <p:ph idx="6" type="subTitle"/>
          </p:nvPr>
        </p:nvSpPr>
        <p:spPr>
          <a:xfrm>
            <a:off x="3443626" y="1656449"/>
            <a:ext cx="1231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160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26" name="Google Shape;226;p27"/>
          <p:cNvSpPr txBox="1"/>
          <p:nvPr>
            <p:ph idx="7" type="ctrTitle"/>
          </p:nvPr>
        </p:nvSpPr>
        <p:spPr>
          <a:xfrm>
            <a:off x="5498425" y="1361363"/>
            <a:ext cx="1231200" cy="36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1400"/>
              <a:buNone/>
              <a:defRPr sz="16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p:txBody>
      </p:sp>
      <p:sp>
        <p:nvSpPr>
          <p:cNvPr id="227" name="Google Shape;227;p27"/>
          <p:cNvSpPr txBox="1"/>
          <p:nvPr>
            <p:ph idx="8" type="subTitle"/>
          </p:nvPr>
        </p:nvSpPr>
        <p:spPr>
          <a:xfrm>
            <a:off x="5498325" y="1654912"/>
            <a:ext cx="1231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160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CUSTOM_27">
    <p:spTree>
      <p:nvGrpSpPr>
        <p:cNvPr id="228" name="Shape 228"/>
        <p:cNvGrpSpPr/>
        <p:nvPr/>
      </p:nvGrpSpPr>
      <p:grpSpPr>
        <a:xfrm>
          <a:off x="0" y="0"/>
          <a:ext cx="0" cy="0"/>
          <a:chOff x="0" y="0"/>
          <a:chExt cx="0" cy="0"/>
        </a:xfrm>
      </p:grpSpPr>
      <p:sp>
        <p:nvSpPr>
          <p:cNvPr id="229" name="Google Shape;229;p28"/>
          <p:cNvSpPr txBox="1"/>
          <p:nvPr>
            <p:ph type="ctrTitle"/>
          </p:nvPr>
        </p:nvSpPr>
        <p:spPr>
          <a:xfrm flipH="1">
            <a:off x="457200" y="444899"/>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230" name="Google Shape;230;p28"/>
          <p:cNvPicPr preferRelativeResize="0"/>
          <p:nvPr/>
        </p:nvPicPr>
        <p:blipFill>
          <a:blip r:embed="rId2">
            <a:alphaModFix/>
          </a:blip>
          <a:stretch>
            <a:fillRect/>
          </a:stretch>
        </p:blipFill>
        <p:spPr>
          <a:xfrm flipH="1">
            <a:off x="6831825" y="-795109"/>
            <a:ext cx="3139825" cy="2833049"/>
          </a:xfrm>
          <a:prstGeom prst="rect">
            <a:avLst/>
          </a:prstGeom>
          <a:noFill/>
          <a:ln>
            <a:noFill/>
          </a:ln>
        </p:spPr>
      </p:pic>
      <p:pic>
        <p:nvPicPr>
          <p:cNvPr id="231" name="Google Shape;231;p28"/>
          <p:cNvPicPr preferRelativeResize="0"/>
          <p:nvPr/>
        </p:nvPicPr>
        <p:blipFill>
          <a:blip r:embed="rId2">
            <a:alphaModFix/>
          </a:blip>
          <a:stretch>
            <a:fillRect/>
          </a:stretch>
        </p:blipFill>
        <p:spPr>
          <a:xfrm>
            <a:off x="-820369" y="-796531"/>
            <a:ext cx="3139825" cy="2833049"/>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
  <p:cSld name="CUSTOM_34">
    <p:spTree>
      <p:nvGrpSpPr>
        <p:cNvPr id="232" name="Shape 232"/>
        <p:cNvGrpSpPr/>
        <p:nvPr/>
      </p:nvGrpSpPr>
      <p:grpSpPr>
        <a:xfrm>
          <a:off x="0" y="0"/>
          <a:ext cx="0" cy="0"/>
          <a:chOff x="0" y="0"/>
          <a:chExt cx="0" cy="0"/>
        </a:xfrm>
      </p:grpSpPr>
      <p:sp>
        <p:nvSpPr>
          <p:cNvPr id="233" name="Google Shape;233;p29"/>
          <p:cNvSpPr txBox="1"/>
          <p:nvPr>
            <p:ph type="ctrTitle"/>
          </p:nvPr>
        </p:nvSpPr>
        <p:spPr>
          <a:xfrm flipH="1">
            <a:off x="457200" y="1443030"/>
            <a:ext cx="2695800" cy="670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600"/>
              <a:buNone/>
              <a:defRPr b="1"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34" name="Google Shape;234;p29"/>
          <p:cNvSpPr txBox="1"/>
          <p:nvPr/>
        </p:nvSpPr>
        <p:spPr>
          <a:xfrm>
            <a:off x="3390325" y="2006627"/>
            <a:ext cx="2818200" cy="124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Clr>
                <a:srgbClr val="000000"/>
              </a:buClr>
              <a:buSzPts val="1100"/>
              <a:buFont typeface="Arial"/>
              <a:buNone/>
            </a:pPr>
            <a:r>
              <a:rPr lang="en" sz="1200">
                <a:solidFill>
                  <a:schemeClr val="lt1"/>
                </a:solidFill>
                <a:latin typeface="Roboto Condensed Light"/>
                <a:ea typeface="Roboto Condensed Light"/>
                <a:cs typeface="Roboto Condensed Light"/>
                <a:sym typeface="Roboto Condensed Light"/>
              </a:rPr>
              <a:t>CREDITS: This presentation template was created by</a:t>
            </a:r>
            <a:r>
              <a:rPr lang="en" sz="1200">
                <a:solidFill>
                  <a:schemeClr val="dk1"/>
                </a:solidFill>
                <a:latin typeface="Roboto Condensed Light"/>
                <a:ea typeface="Roboto Condensed Light"/>
                <a:cs typeface="Roboto Condensed Light"/>
                <a:sym typeface="Roboto Condensed Light"/>
              </a:rPr>
              <a:t> </a:t>
            </a:r>
            <a:r>
              <a:rPr lang="en" sz="1200">
                <a:solidFill>
                  <a:schemeClr val="lt1"/>
                </a:solidFill>
                <a:uFill>
                  <a:noFill/>
                </a:uFill>
                <a:latin typeface="Roboto Condensed Light"/>
                <a:ea typeface="Roboto Condensed Light"/>
                <a:cs typeface="Roboto Condensed Light"/>
                <a:sym typeface="Roboto Condensed Light"/>
                <a:hlinkClick r:id="rId2">
                  <a:extLst>
                    <a:ext uri="{A12FA001-AC4F-418D-AE19-62706E023703}">
                      <ahyp:hlinkClr val="tx"/>
                    </a:ext>
                  </a:extLst>
                </a:hlinkClick>
              </a:rPr>
              <a:t>Slidesgo</a:t>
            </a:r>
            <a:r>
              <a:rPr lang="en" sz="1200">
                <a:solidFill>
                  <a:schemeClr val="lt1"/>
                </a:solidFill>
                <a:latin typeface="Roboto Condensed Light"/>
                <a:ea typeface="Roboto Condensed Light"/>
                <a:cs typeface="Roboto Condensed Light"/>
                <a:sym typeface="Roboto Condensed Light"/>
              </a:rPr>
              <a:t>, including icons by </a:t>
            </a:r>
            <a:r>
              <a:rPr lang="en" sz="1200">
                <a:solidFill>
                  <a:schemeClr val="lt1"/>
                </a:solidFill>
                <a:uFill>
                  <a:noFill/>
                </a:uFill>
                <a:latin typeface="Roboto Condensed Light"/>
                <a:ea typeface="Roboto Condensed Light"/>
                <a:cs typeface="Roboto Condensed Light"/>
                <a:sym typeface="Roboto Condensed Light"/>
                <a:hlinkClick r:id="rId3">
                  <a:extLst>
                    <a:ext uri="{A12FA001-AC4F-418D-AE19-62706E023703}">
                      <ahyp:hlinkClr val="tx"/>
                    </a:ext>
                  </a:extLst>
                </a:hlinkClick>
              </a:rPr>
              <a:t>Flaticon</a:t>
            </a:r>
            <a:r>
              <a:rPr lang="en" sz="1200">
                <a:solidFill>
                  <a:schemeClr val="lt1"/>
                </a:solidFill>
                <a:latin typeface="Roboto Condensed Light"/>
                <a:ea typeface="Roboto Condensed Light"/>
                <a:cs typeface="Roboto Condensed Light"/>
                <a:sym typeface="Roboto Condensed Light"/>
              </a:rPr>
              <a:t>, infographics &amp; images by </a:t>
            </a:r>
            <a:r>
              <a:rPr lang="en" sz="1200">
                <a:solidFill>
                  <a:schemeClr val="lt1"/>
                </a:solidFill>
                <a:uFill>
                  <a:noFill/>
                </a:uFill>
                <a:latin typeface="Roboto Condensed Light"/>
                <a:ea typeface="Roboto Condensed Light"/>
                <a:cs typeface="Roboto Condensed Light"/>
                <a:sym typeface="Roboto Condensed Light"/>
                <a:hlinkClick r:id="rId4">
                  <a:extLst>
                    <a:ext uri="{A12FA001-AC4F-418D-AE19-62706E023703}">
                      <ahyp:hlinkClr val="tx"/>
                    </a:ext>
                  </a:extLst>
                </a:hlinkClick>
              </a:rPr>
              <a:t>Freepik</a:t>
            </a:r>
            <a:endParaRPr sz="1200">
              <a:solidFill>
                <a:schemeClr val="lt1"/>
              </a:solidFill>
              <a:latin typeface="Roboto Condensed Light"/>
              <a:ea typeface="Roboto Condensed Light"/>
              <a:cs typeface="Roboto Condensed Light"/>
              <a:sym typeface="Roboto Condensed Light"/>
            </a:endParaRPr>
          </a:p>
          <a:p>
            <a:pPr indent="0" lvl="0" marL="1371600" rtl="0" algn="l">
              <a:lnSpc>
                <a:spcPct val="114000"/>
              </a:lnSpc>
              <a:spcBef>
                <a:spcPts val="0"/>
              </a:spcBef>
              <a:spcAft>
                <a:spcPts val="0"/>
              </a:spcAft>
              <a:buClr>
                <a:srgbClr val="000000"/>
              </a:buClr>
              <a:buSzPts val="1100"/>
              <a:buFont typeface="Arial"/>
              <a:buNone/>
            </a:pPr>
            <a:r>
              <a:t/>
            </a:r>
            <a:endParaRPr sz="1200">
              <a:solidFill>
                <a:schemeClr val="dk1"/>
              </a:solidFill>
              <a:latin typeface="Roboto"/>
              <a:ea typeface="Roboto"/>
              <a:cs typeface="Roboto"/>
              <a:sym typeface="Roboto"/>
            </a:endParaRPr>
          </a:p>
          <a:p>
            <a:pPr indent="0" lvl="0" marL="1371600" rtl="0" algn="l">
              <a:lnSpc>
                <a:spcPct val="114000"/>
              </a:lnSpc>
              <a:spcBef>
                <a:spcPts val="0"/>
              </a:spcBef>
              <a:spcAft>
                <a:spcPts val="0"/>
              </a:spcAft>
              <a:buClr>
                <a:srgbClr val="000000"/>
              </a:buClr>
              <a:buSzPts val="1100"/>
              <a:buFont typeface="Arial"/>
              <a:buNone/>
            </a:pPr>
            <a:r>
              <a:t/>
            </a:r>
            <a:endParaRPr sz="1200">
              <a:solidFill>
                <a:schemeClr val="dk1"/>
              </a:solidFill>
              <a:highlight>
                <a:srgbClr val="FFD809"/>
              </a:highlight>
              <a:latin typeface="Roboto"/>
              <a:ea typeface="Roboto"/>
              <a:cs typeface="Roboto"/>
              <a:sym typeface="Roboto"/>
            </a:endParaRPr>
          </a:p>
          <a:p>
            <a:pPr indent="0" lvl="0" marL="1371600" rtl="0" algn="l">
              <a:lnSpc>
                <a:spcPct val="114000"/>
              </a:lnSpc>
              <a:spcBef>
                <a:spcPts val="0"/>
              </a:spcBef>
              <a:spcAft>
                <a:spcPts val="0"/>
              </a:spcAft>
              <a:buClr>
                <a:srgbClr val="000000"/>
              </a:buClr>
              <a:buSzPts val="1100"/>
              <a:buFont typeface="Arial"/>
              <a:buNone/>
            </a:pPr>
            <a:r>
              <a:t/>
            </a:r>
            <a:endParaRPr sz="1200">
              <a:solidFill>
                <a:schemeClr val="dk1"/>
              </a:solidFill>
              <a:highlight>
                <a:srgbClr val="FFD809"/>
              </a:highlight>
              <a:latin typeface="Roboto"/>
              <a:ea typeface="Roboto"/>
              <a:cs typeface="Roboto"/>
              <a:sym typeface="Roboto"/>
            </a:endParaRPr>
          </a:p>
          <a:p>
            <a:pPr indent="0" lvl="0" marL="1371600" rtl="0" algn="l">
              <a:lnSpc>
                <a:spcPct val="114000"/>
              </a:lnSpc>
              <a:spcBef>
                <a:spcPts val="0"/>
              </a:spcBef>
              <a:spcAft>
                <a:spcPts val="0"/>
              </a:spcAft>
              <a:buClr>
                <a:srgbClr val="000000"/>
              </a:buClr>
              <a:buSzPts val="1100"/>
              <a:buFont typeface="Arial"/>
              <a:buNone/>
            </a:pPr>
            <a:r>
              <a:rPr lang="en" sz="1200">
                <a:solidFill>
                  <a:schemeClr val="dk1"/>
                </a:solidFill>
                <a:highlight>
                  <a:srgbClr val="FFD809"/>
                </a:highlight>
                <a:latin typeface="Roboto"/>
                <a:ea typeface="Roboto"/>
                <a:cs typeface="Roboto"/>
                <a:sym typeface="Roboto"/>
              </a:rPr>
              <a:t> </a:t>
            </a:r>
            <a:endParaRPr sz="1200">
              <a:solidFill>
                <a:schemeClr val="dk1"/>
              </a:solidFill>
              <a:highlight>
                <a:srgbClr val="FFD809"/>
              </a:highlight>
              <a:latin typeface="Roboto"/>
              <a:ea typeface="Roboto"/>
              <a:cs typeface="Roboto"/>
              <a:sym typeface="Roboto"/>
            </a:endParaRPr>
          </a:p>
          <a:p>
            <a:pPr indent="0" lvl="0" marL="1371600" rtl="0" algn="l">
              <a:lnSpc>
                <a:spcPct val="114000"/>
              </a:lnSpc>
              <a:spcBef>
                <a:spcPts val="0"/>
              </a:spcBef>
              <a:spcAft>
                <a:spcPts val="0"/>
              </a:spcAft>
              <a:buClr>
                <a:srgbClr val="000000"/>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235" name="Google Shape;235;p29"/>
          <p:cNvSpPr txBox="1"/>
          <p:nvPr>
            <p:ph idx="1" type="subTitle"/>
          </p:nvPr>
        </p:nvSpPr>
        <p:spPr>
          <a:xfrm>
            <a:off x="457188" y="2038763"/>
            <a:ext cx="2695800" cy="488400"/>
          </a:xfrm>
          <a:prstGeom prst="rect">
            <a:avLst/>
          </a:prstGeom>
        </p:spPr>
        <p:txBody>
          <a:bodyPr anchorCtr="0" anchor="t" bIns="91425" lIns="91425" spcFirstLastPara="1" rIns="91425" wrap="square" tIns="91425">
            <a:noAutofit/>
          </a:bodyPr>
          <a:lstStyle>
            <a:lvl1pPr lvl="0" rtl="0" algn="just">
              <a:lnSpc>
                <a:spcPct val="100000"/>
              </a:lnSpc>
              <a:spcBef>
                <a:spcPts val="0"/>
              </a:spcBef>
              <a:spcAft>
                <a:spcPts val="0"/>
              </a:spcAft>
              <a:buSzPts val="1000"/>
              <a:buChar char="●"/>
              <a:defRPr sz="1400"/>
            </a:lvl1pPr>
            <a:lvl2pPr lvl="1" rtl="0" algn="ctr">
              <a:lnSpc>
                <a:spcPct val="100000"/>
              </a:lnSpc>
              <a:spcBef>
                <a:spcPts val="0"/>
              </a:spcBef>
              <a:spcAft>
                <a:spcPts val="0"/>
              </a:spcAft>
              <a:buSzPts val="1000"/>
              <a:buChar char="○"/>
              <a:defRPr sz="1000"/>
            </a:lvl2pPr>
            <a:lvl3pPr lvl="2" rtl="0" algn="ctr">
              <a:lnSpc>
                <a:spcPct val="100000"/>
              </a:lnSpc>
              <a:spcBef>
                <a:spcPts val="0"/>
              </a:spcBef>
              <a:spcAft>
                <a:spcPts val="0"/>
              </a:spcAft>
              <a:buSzPts val="1000"/>
              <a:buChar char="■"/>
              <a:defRPr sz="1000"/>
            </a:lvl3pPr>
            <a:lvl4pPr lvl="3" rtl="0" algn="ctr">
              <a:lnSpc>
                <a:spcPct val="100000"/>
              </a:lnSpc>
              <a:spcBef>
                <a:spcPts val="0"/>
              </a:spcBef>
              <a:spcAft>
                <a:spcPts val="0"/>
              </a:spcAft>
              <a:buSzPts val="1000"/>
              <a:buChar char="●"/>
              <a:defRPr sz="1000"/>
            </a:lvl4pPr>
            <a:lvl5pPr lvl="4" rtl="0" algn="ctr">
              <a:lnSpc>
                <a:spcPct val="100000"/>
              </a:lnSpc>
              <a:spcBef>
                <a:spcPts val="0"/>
              </a:spcBef>
              <a:spcAft>
                <a:spcPts val="0"/>
              </a:spcAft>
              <a:buSzPts val="1000"/>
              <a:buChar char="○"/>
              <a:defRPr sz="1000"/>
            </a:lvl5pPr>
            <a:lvl6pPr lvl="5" rtl="0" algn="ctr">
              <a:lnSpc>
                <a:spcPct val="100000"/>
              </a:lnSpc>
              <a:spcBef>
                <a:spcPts val="0"/>
              </a:spcBef>
              <a:spcAft>
                <a:spcPts val="0"/>
              </a:spcAft>
              <a:buSzPts val="1000"/>
              <a:buChar char="■"/>
              <a:defRPr sz="1000"/>
            </a:lvl6pPr>
            <a:lvl7pPr lvl="6" rtl="0" algn="ctr">
              <a:lnSpc>
                <a:spcPct val="100000"/>
              </a:lnSpc>
              <a:spcBef>
                <a:spcPts val="0"/>
              </a:spcBef>
              <a:spcAft>
                <a:spcPts val="0"/>
              </a:spcAft>
              <a:buSzPts val="1000"/>
              <a:buChar char="●"/>
              <a:defRPr sz="1000"/>
            </a:lvl7pPr>
            <a:lvl8pPr lvl="7" rtl="0" algn="ctr">
              <a:lnSpc>
                <a:spcPct val="100000"/>
              </a:lnSpc>
              <a:spcBef>
                <a:spcPts val="0"/>
              </a:spcBef>
              <a:spcAft>
                <a:spcPts val="0"/>
              </a:spcAft>
              <a:buSzPts val="1000"/>
              <a:buChar char="○"/>
              <a:defRPr sz="1000"/>
            </a:lvl8pPr>
            <a:lvl9pPr lvl="8" rtl="0" algn="ctr">
              <a:lnSpc>
                <a:spcPct val="100000"/>
              </a:lnSpc>
              <a:spcBef>
                <a:spcPts val="0"/>
              </a:spcBef>
              <a:spcAft>
                <a:spcPts val="0"/>
              </a:spcAft>
              <a:buSzPts val="1000"/>
              <a:buChar char="■"/>
              <a:defRPr sz="1000"/>
            </a:lvl9pPr>
          </a:lstStyle>
          <a:p/>
        </p:txBody>
      </p:sp>
      <p:pic>
        <p:nvPicPr>
          <p:cNvPr id="236" name="Google Shape;236;p29"/>
          <p:cNvPicPr preferRelativeResize="0"/>
          <p:nvPr/>
        </p:nvPicPr>
        <p:blipFill>
          <a:blip r:embed="rId5">
            <a:alphaModFix/>
          </a:blip>
          <a:stretch>
            <a:fillRect/>
          </a:stretch>
        </p:blipFill>
        <p:spPr>
          <a:xfrm flipH="1">
            <a:off x="5071778" y="-1374105"/>
            <a:ext cx="4072221" cy="3674359"/>
          </a:xfrm>
          <a:prstGeom prst="rect">
            <a:avLst/>
          </a:prstGeom>
          <a:noFill/>
          <a:ln>
            <a:noFill/>
          </a:ln>
        </p:spPr>
      </p:pic>
      <p:pic>
        <p:nvPicPr>
          <p:cNvPr id="237" name="Google Shape;237;p29"/>
          <p:cNvPicPr preferRelativeResize="0"/>
          <p:nvPr/>
        </p:nvPicPr>
        <p:blipFill>
          <a:blip r:embed="rId5">
            <a:alphaModFix/>
          </a:blip>
          <a:stretch>
            <a:fillRect/>
          </a:stretch>
        </p:blipFill>
        <p:spPr>
          <a:xfrm rot="10800000">
            <a:off x="5058749" y="2776786"/>
            <a:ext cx="4072221" cy="367435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9">
  <p:cSld name="CUSTOM_33">
    <p:spTree>
      <p:nvGrpSpPr>
        <p:cNvPr id="238" name="Shape 238"/>
        <p:cNvGrpSpPr/>
        <p:nvPr/>
      </p:nvGrpSpPr>
      <p:grpSpPr>
        <a:xfrm>
          <a:off x="0" y="0"/>
          <a:ext cx="0" cy="0"/>
          <a:chOff x="0" y="0"/>
          <a:chExt cx="0" cy="0"/>
        </a:xfrm>
      </p:grpSpPr>
      <p:sp>
        <p:nvSpPr>
          <p:cNvPr id="239" name="Google Shape;239;p30"/>
          <p:cNvSpPr txBox="1"/>
          <p:nvPr>
            <p:ph type="ctrTitle"/>
          </p:nvPr>
        </p:nvSpPr>
        <p:spPr>
          <a:xfrm flipH="1">
            <a:off x="540000" y="455570"/>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40" name="Google Shape;240;p30"/>
          <p:cNvSpPr txBox="1"/>
          <p:nvPr>
            <p:ph idx="1" type="subTitle"/>
          </p:nvPr>
        </p:nvSpPr>
        <p:spPr>
          <a:xfrm>
            <a:off x="2588100" y="2210650"/>
            <a:ext cx="3967800" cy="1844400"/>
          </a:xfrm>
          <a:prstGeom prst="rect">
            <a:avLst/>
          </a:prstGeom>
        </p:spPr>
        <p:txBody>
          <a:bodyPr anchorCtr="0" anchor="t" bIns="91425" lIns="91425" spcFirstLastPara="1" rIns="91425" wrap="square" tIns="91425">
            <a:noAutofit/>
          </a:bodyPr>
          <a:lstStyle>
            <a:lvl1pPr lvl="0" marR="50800" rtl="0">
              <a:lnSpc>
                <a:spcPct val="100000"/>
              </a:lnSpc>
              <a:spcBef>
                <a:spcPts val="0"/>
              </a:spcBef>
              <a:spcAft>
                <a:spcPts val="0"/>
              </a:spcAft>
              <a:buSzPts val="1200"/>
              <a:buChar char="●"/>
              <a:defRPr sz="1400"/>
            </a:lvl1pPr>
            <a:lvl2pPr lvl="1" rtl="0" algn="ctr">
              <a:lnSpc>
                <a:spcPct val="100000"/>
              </a:lnSpc>
              <a:spcBef>
                <a:spcPts val="0"/>
              </a:spcBef>
              <a:spcAft>
                <a:spcPts val="0"/>
              </a:spcAft>
              <a:buSzPts val="1000"/>
              <a:buChar char="○"/>
              <a:defRPr sz="1000"/>
            </a:lvl2pPr>
            <a:lvl3pPr lvl="2" rtl="0" algn="ctr">
              <a:lnSpc>
                <a:spcPct val="100000"/>
              </a:lnSpc>
              <a:spcBef>
                <a:spcPts val="0"/>
              </a:spcBef>
              <a:spcAft>
                <a:spcPts val="0"/>
              </a:spcAft>
              <a:buSzPts val="1000"/>
              <a:buChar char="■"/>
              <a:defRPr sz="1000"/>
            </a:lvl3pPr>
            <a:lvl4pPr lvl="3" rtl="0" algn="ctr">
              <a:lnSpc>
                <a:spcPct val="100000"/>
              </a:lnSpc>
              <a:spcBef>
                <a:spcPts val="0"/>
              </a:spcBef>
              <a:spcAft>
                <a:spcPts val="0"/>
              </a:spcAft>
              <a:buSzPts val="1000"/>
              <a:buChar char="●"/>
              <a:defRPr sz="1000"/>
            </a:lvl4pPr>
            <a:lvl5pPr lvl="4" rtl="0" algn="ctr">
              <a:lnSpc>
                <a:spcPct val="100000"/>
              </a:lnSpc>
              <a:spcBef>
                <a:spcPts val="0"/>
              </a:spcBef>
              <a:spcAft>
                <a:spcPts val="0"/>
              </a:spcAft>
              <a:buSzPts val="1000"/>
              <a:buChar char="○"/>
              <a:defRPr sz="1000"/>
            </a:lvl5pPr>
            <a:lvl6pPr lvl="5" rtl="0" algn="ctr">
              <a:lnSpc>
                <a:spcPct val="100000"/>
              </a:lnSpc>
              <a:spcBef>
                <a:spcPts val="0"/>
              </a:spcBef>
              <a:spcAft>
                <a:spcPts val="0"/>
              </a:spcAft>
              <a:buSzPts val="1000"/>
              <a:buChar char="■"/>
              <a:defRPr sz="1000"/>
            </a:lvl6pPr>
            <a:lvl7pPr lvl="6" rtl="0" algn="ctr">
              <a:lnSpc>
                <a:spcPct val="100000"/>
              </a:lnSpc>
              <a:spcBef>
                <a:spcPts val="0"/>
              </a:spcBef>
              <a:spcAft>
                <a:spcPts val="0"/>
              </a:spcAft>
              <a:buSzPts val="1000"/>
              <a:buChar char="●"/>
              <a:defRPr sz="1000"/>
            </a:lvl7pPr>
            <a:lvl8pPr lvl="7" rtl="0" algn="ctr">
              <a:lnSpc>
                <a:spcPct val="100000"/>
              </a:lnSpc>
              <a:spcBef>
                <a:spcPts val="0"/>
              </a:spcBef>
              <a:spcAft>
                <a:spcPts val="0"/>
              </a:spcAft>
              <a:buSzPts val="1000"/>
              <a:buChar char="○"/>
              <a:defRPr sz="1000"/>
            </a:lvl8pPr>
            <a:lvl9pPr lvl="8" rtl="0" algn="ctr">
              <a:lnSpc>
                <a:spcPct val="100000"/>
              </a:lnSpc>
              <a:spcBef>
                <a:spcPts val="0"/>
              </a:spcBef>
              <a:spcAft>
                <a:spcPts val="0"/>
              </a:spcAft>
              <a:buSzPts val="1000"/>
              <a:buChar char="■"/>
              <a:defRPr sz="1000"/>
            </a:lvl9pPr>
          </a:lstStyle>
          <a:p/>
        </p:txBody>
      </p:sp>
      <p:sp>
        <p:nvSpPr>
          <p:cNvPr id="241" name="Google Shape;241;p30">
            <a:hlinkClick r:id="rId2"/>
          </p:cNvPr>
          <p:cNvSpPr txBox="1"/>
          <p:nvPr>
            <p:ph idx="2" type="ctrTitle"/>
          </p:nvPr>
        </p:nvSpPr>
        <p:spPr>
          <a:xfrm>
            <a:off x="3224100" y="1799442"/>
            <a:ext cx="2695800" cy="265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1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pic>
        <p:nvPicPr>
          <p:cNvPr id="242" name="Google Shape;242;p30"/>
          <p:cNvPicPr preferRelativeResize="0"/>
          <p:nvPr/>
        </p:nvPicPr>
        <p:blipFill>
          <a:blip r:embed="rId3">
            <a:alphaModFix/>
          </a:blip>
          <a:stretch>
            <a:fillRect/>
          </a:stretch>
        </p:blipFill>
        <p:spPr>
          <a:xfrm rot="10800000">
            <a:off x="7247964" y="3287692"/>
            <a:ext cx="2300675" cy="2075900"/>
          </a:xfrm>
          <a:prstGeom prst="rect">
            <a:avLst/>
          </a:prstGeom>
          <a:noFill/>
          <a:ln>
            <a:noFill/>
          </a:ln>
        </p:spPr>
      </p:pic>
      <p:pic>
        <p:nvPicPr>
          <p:cNvPr id="243" name="Google Shape;243;p30"/>
          <p:cNvPicPr preferRelativeResize="0"/>
          <p:nvPr/>
        </p:nvPicPr>
        <p:blipFill>
          <a:blip r:embed="rId3">
            <a:alphaModFix/>
          </a:blip>
          <a:stretch>
            <a:fillRect/>
          </a:stretch>
        </p:blipFill>
        <p:spPr>
          <a:xfrm flipH="1" rot="10800000">
            <a:off x="-984228" y="3207767"/>
            <a:ext cx="2300675" cy="20759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44" name="Shape 244"/>
        <p:cNvGrpSpPr/>
        <p:nvPr/>
      </p:nvGrpSpPr>
      <p:grpSpPr>
        <a:xfrm>
          <a:off x="0" y="0"/>
          <a:ext cx="0" cy="0"/>
          <a:chOff x="0" y="0"/>
          <a:chExt cx="0" cy="0"/>
        </a:xfrm>
      </p:grpSpPr>
      <p:sp>
        <p:nvSpPr>
          <p:cNvPr id="245" name="Google Shape;245;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46" name="Google Shape;246;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47" name="Google Shape;247;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accent1"/>
            </a:gs>
            <a:gs pos="100000">
              <a:schemeClr val="accent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45025"/>
            <a:ext cx="82296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3000"/>
              <a:buFont typeface="Squada One"/>
              <a:buNone/>
              <a:defRPr sz="3000">
                <a:solidFill>
                  <a:schemeClr val="lt1"/>
                </a:solidFill>
                <a:latin typeface="Squada One"/>
                <a:ea typeface="Squada One"/>
                <a:cs typeface="Squada One"/>
                <a:sym typeface="Squada One"/>
              </a:defRPr>
            </a:lvl1pPr>
            <a:lvl2pPr lvl="1" algn="ctr">
              <a:spcBef>
                <a:spcPts val="0"/>
              </a:spcBef>
              <a:spcAft>
                <a:spcPts val="0"/>
              </a:spcAft>
              <a:buClr>
                <a:schemeClr val="lt1"/>
              </a:buClr>
              <a:buSzPts val="2800"/>
              <a:buNone/>
              <a:defRPr sz="2800">
                <a:solidFill>
                  <a:schemeClr val="lt1"/>
                </a:solidFill>
              </a:defRPr>
            </a:lvl2pPr>
            <a:lvl3pPr lvl="2" algn="ctr">
              <a:spcBef>
                <a:spcPts val="0"/>
              </a:spcBef>
              <a:spcAft>
                <a:spcPts val="0"/>
              </a:spcAft>
              <a:buClr>
                <a:schemeClr val="lt1"/>
              </a:buClr>
              <a:buSzPts val="2800"/>
              <a:buNone/>
              <a:defRPr sz="2800">
                <a:solidFill>
                  <a:schemeClr val="lt1"/>
                </a:solidFill>
              </a:defRPr>
            </a:lvl3pPr>
            <a:lvl4pPr lvl="3" algn="ctr">
              <a:spcBef>
                <a:spcPts val="0"/>
              </a:spcBef>
              <a:spcAft>
                <a:spcPts val="0"/>
              </a:spcAft>
              <a:buClr>
                <a:schemeClr val="lt1"/>
              </a:buClr>
              <a:buSzPts val="2800"/>
              <a:buNone/>
              <a:defRPr sz="2800">
                <a:solidFill>
                  <a:schemeClr val="lt1"/>
                </a:solidFill>
              </a:defRPr>
            </a:lvl4pPr>
            <a:lvl5pPr lvl="4" algn="ctr">
              <a:spcBef>
                <a:spcPts val="0"/>
              </a:spcBef>
              <a:spcAft>
                <a:spcPts val="0"/>
              </a:spcAft>
              <a:buClr>
                <a:schemeClr val="lt1"/>
              </a:buClr>
              <a:buSzPts val="2800"/>
              <a:buNone/>
              <a:defRPr sz="2800">
                <a:solidFill>
                  <a:schemeClr val="lt1"/>
                </a:solidFill>
              </a:defRPr>
            </a:lvl5pPr>
            <a:lvl6pPr lvl="5" algn="ctr">
              <a:spcBef>
                <a:spcPts val="0"/>
              </a:spcBef>
              <a:spcAft>
                <a:spcPts val="0"/>
              </a:spcAft>
              <a:buClr>
                <a:schemeClr val="lt1"/>
              </a:buClr>
              <a:buSzPts val="2800"/>
              <a:buNone/>
              <a:defRPr sz="2800">
                <a:solidFill>
                  <a:schemeClr val="lt1"/>
                </a:solidFill>
              </a:defRPr>
            </a:lvl6pPr>
            <a:lvl7pPr lvl="6" algn="ctr">
              <a:spcBef>
                <a:spcPts val="0"/>
              </a:spcBef>
              <a:spcAft>
                <a:spcPts val="0"/>
              </a:spcAft>
              <a:buClr>
                <a:schemeClr val="lt1"/>
              </a:buClr>
              <a:buSzPts val="2800"/>
              <a:buNone/>
              <a:defRPr sz="2800">
                <a:solidFill>
                  <a:schemeClr val="lt1"/>
                </a:solidFill>
              </a:defRPr>
            </a:lvl7pPr>
            <a:lvl8pPr lvl="7" algn="ctr">
              <a:spcBef>
                <a:spcPts val="0"/>
              </a:spcBef>
              <a:spcAft>
                <a:spcPts val="0"/>
              </a:spcAft>
              <a:buClr>
                <a:schemeClr val="lt1"/>
              </a:buClr>
              <a:buSzPts val="2800"/>
              <a:buNone/>
              <a:defRPr sz="2800">
                <a:solidFill>
                  <a:schemeClr val="lt1"/>
                </a:solidFill>
              </a:defRPr>
            </a:lvl8pPr>
            <a:lvl9pPr lvl="8" algn="ctr">
              <a:spcBef>
                <a:spcPts val="0"/>
              </a:spcBef>
              <a:spcAft>
                <a:spcPts val="0"/>
              </a:spcAft>
              <a:buClr>
                <a:schemeClr val="lt1"/>
              </a:buClr>
              <a:buSzPts val="2800"/>
              <a:buNone/>
              <a:defRPr sz="2800">
                <a:solidFill>
                  <a:schemeClr val="lt1"/>
                </a:solidFill>
              </a:defRPr>
            </a:lvl9pPr>
          </a:lstStyle>
          <a:p/>
        </p:txBody>
      </p:sp>
      <p:sp>
        <p:nvSpPr>
          <p:cNvPr id="7" name="Google Shape;7;p1"/>
          <p:cNvSpPr txBox="1"/>
          <p:nvPr>
            <p:ph idx="1" type="body"/>
          </p:nvPr>
        </p:nvSpPr>
        <p:spPr>
          <a:xfrm>
            <a:off x="457200" y="1152475"/>
            <a:ext cx="8229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Roboto Condensed Light"/>
              <a:buChar char="●"/>
              <a:defRPr sz="1800">
                <a:solidFill>
                  <a:schemeClr val="lt1"/>
                </a:solidFill>
                <a:latin typeface="Roboto Condensed Light"/>
                <a:ea typeface="Roboto Condensed Light"/>
                <a:cs typeface="Roboto Condensed Light"/>
                <a:sym typeface="Roboto Condensed Light"/>
              </a:defRPr>
            </a:lvl1pPr>
            <a:lvl2pPr indent="-317500" lvl="1" marL="9144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2pPr>
            <a:lvl3pPr indent="-317500" lvl="2" marL="13716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3pPr>
            <a:lvl4pPr indent="-317500" lvl="3" marL="18288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4pPr>
            <a:lvl5pPr indent="-317500" lvl="4" marL="22860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5pPr>
            <a:lvl6pPr indent="-317500" lvl="5" marL="27432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6pPr>
            <a:lvl7pPr indent="-317500" lvl="6" marL="32004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7pPr>
            <a:lvl8pPr indent="-317500" lvl="7" marL="36576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8pPr>
            <a:lvl9pPr indent="-317500" lvl="8" marL="4114800">
              <a:lnSpc>
                <a:spcPct val="115000"/>
              </a:lnSpc>
              <a:spcBef>
                <a:spcPts val="1600"/>
              </a:spcBef>
              <a:spcAft>
                <a:spcPts val="160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ansible.com/ansible/latest/plugins/plugins.html" TargetMode="External"/><Relationship Id="rId4" Type="http://schemas.openxmlformats.org/officeDocument/2006/relationships/hyperlink" Target="https://docs.ansible.com/ansible/latest/dev_guide/developing_plugins.html" TargetMode="External"/><Relationship Id="rId9" Type="http://schemas.openxmlformats.org/officeDocument/2006/relationships/hyperlink" Target="https://docs.atlassian.com/ConfluenceServer/rest/8.4.2/" TargetMode="External"/><Relationship Id="rId5" Type="http://schemas.openxmlformats.org/officeDocument/2006/relationships/hyperlink" Target="https://www.ansible.com/overview/how-ansible-works" TargetMode="External"/><Relationship Id="rId6" Type="http://schemas.openxmlformats.org/officeDocument/2006/relationships/hyperlink" Target="https://www.youtube.com/watch?v=uIQE1_gomgw&amp;ab_channel=ApetechTechTutorials" TargetMode="External"/><Relationship Id="rId7" Type="http://schemas.openxmlformats.org/officeDocument/2006/relationships/hyperlink" Target="https://docs.ansible.com/ansible/latest/collections/ansible/builtin/index.html" TargetMode="External"/><Relationship Id="rId8" Type="http://schemas.openxmlformats.org/officeDocument/2006/relationships/hyperlink" Target="https://developer.atlassian.com/server/confluence/confluence-server-rest-api/" TargetMode="External"/><Relationship Id="rId11" Type="http://schemas.openxmlformats.org/officeDocument/2006/relationships/hyperlink" Target="https://www.pandadoc.com/blog/how-to-automate-documentation/" TargetMode="External"/><Relationship Id="rId10" Type="http://schemas.openxmlformats.org/officeDocument/2006/relationships/hyperlink" Target="https://www.clairvoyant.ai/blog/confluent-platform-deployment-using-ansible-playbook" TargetMode="External"/><Relationship Id="rId12" Type="http://schemas.openxmlformats.org/officeDocument/2006/relationships/hyperlink" Target="https://docs.ansible.com/ansible/latest/playbook_guide/playbooks_vars_facts.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nvSpPr>
        <p:spPr>
          <a:xfrm>
            <a:off x="170100" y="1130125"/>
            <a:ext cx="8803800" cy="203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0">
                <a:solidFill>
                  <a:schemeClr val="dk2"/>
                </a:solidFill>
                <a:latin typeface="Squada One"/>
                <a:ea typeface="Squada One"/>
                <a:cs typeface="Squada One"/>
                <a:sym typeface="Squada One"/>
              </a:rPr>
              <a:t>Automation Documentation Creation</a:t>
            </a:r>
            <a:endParaRPr sz="6000">
              <a:solidFill>
                <a:schemeClr val="dk2"/>
              </a:solidFill>
            </a:endParaRPr>
          </a:p>
        </p:txBody>
      </p:sp>
      <p:sp>
        <p:nvSpPr>
          <p:cNvPr id="253" name="Google Shape;253;p32"/>
          <p:cNvSpPr txBox="1"/>
          <p:nvPr>
            <p:ph type="title"/>
          </p:nvPr>
        </p:nvSpPr>
        <p:spPr>
          <a:xfrm>
            <a:off x="533650" y="1618700"/>
            <a:ext cx="8229600" cy="96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Automation Documentation Creation</a:t>
            </a:r>
            <a:endParaRPr/>
          </a:p>
        </p:txBody>
      </p:sp>
      <p:sp>
        <p:nvSpPr>
          <p:cNvPr id="254" name="Google Shape;254;p32"/>
          <p:cNvSpPr txBox="1"/>
          <p:nvPr>
            <p:ph idx="1" type="subTitle"/>
          </p:nvPr>
        </p:nvSpPr>
        <p:spPr>
          <a:xfrm>
            <a:off x="457200" y="3526700"/>
            <a:ext cx="8229600" cy="124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latin typeface="Roboto Condensed"/>
                <a:ea typeface="Roboto Condensed"/>
                <a:cs typeface="Roboto Condensed"/>
                <a:sym typeface="Roboto Condensed"/>
              </a:rPr>
              <a:t>D</a:t>
            </a:r>
            <a:r>
              <a:rPr lang="en" sz="1500">
                <a:solidFill>
                  <a:schemeClr val="lt2"/>
                </a:solidFill>
              </a:rPr>
              <a:t>oanh Nguyen</a:t>
            </a:r>
            <a:r>
              <a:rPr lang="en" sz="1500"/>
              <a:t> </a:t>
            </a:r>
            <a:r>
              <a:rPr b="1" lang="en" sz="3000">
                <a:latin typeface="Roboto Condensed"/>
                <a:ea typeface="Roboto Condensed"/>
                <a:cs typeface="Roboto Condensed"/>
                <a:sym typeface="Roboto Condensed"/>
              </a:rPr>
              <a:t>A</a:t>
            </a:r>
            <a:r>
              <a:rPr lang="en" sz="1500">
                <a:solidFill>
                  <a:schemeClr val="lt2"/>
                </a:solidFill>
              </a:rPr>
              <a:t>ayush Dalal </a:t>
            </a:r>
            <a:r>
              <a:rPr b="1" lang="en" sz="3000">
                <a:latin typeface="Roboto Condensed"/>
                <a:ea typeface="Roboto Condensed"/>
                <a:cs typeface="Roboto Condensed"/>
                <a:sym typeface="Roboto Condensed"/>
              </a:rPr>
              <a:t>R</a:t>
            </a:r>
            <a:r>
              <a:rPr lang="en" sz="1500">
                <a:solidFill>
                  <a:schemeClr val="lt2"/>
                </a:solidFill>
              </a:rPr>
              <a:t>egina Meneses</a:t>
            </a:r>
            <a:r>
              <a:rPr lang="en" sz="1500"/>
              <a:t> </a:t>
            </a:r>
            <a:r>
              <a:rPr b="1" lang="en" sz="3000">
                <a:latin typeface="Roboto Condensed"/>
                <a:ea typeface="Roboto Condensed"/>
                <a:cs typeface="Roboto Condensed"/>
                <a:sym typeface="Roboto Condensed"/>
              </a:rPr>
              <a:t>N</a:t>
            </a:r>
            <a:r>
              <a:rPr lang="en" sz="1500">
                <a:solidFill>
                  <a:schemeClr val="lt2"/>
                </a:solidFill>
              </a:rPr>
              <a:t>ajaf Ali</a:t>
            </a:r>
            <a:endParaRPr sz="1500">
              <a:solidFill>
                <a:schemeClr val="lt2"/>
              </a:solidFill>
            </a:endParaRPr>
          </a:p>
          <a:p>
            <a:pPr indent="0" lvl="0" marL="0" rtl="0" algn="ctr">
              <a:spcBef>
                <a:spcPts val="1600"/>
              </a:spcBef>
              <a:spcAft>
                <a:spcPts val="0"/>
              </a:spcAft>
              <a:buNone/>
            </a:pPr>
            <a:r>
              <a:rPr b="1" lang="en" sz="2500">
                <a:latin typeface="Roboto Condensed"/>
                <a:ea typeface="Roboto Condensed"/>
                <a:cs typeface="Roboto Condensed"/>
                <a:sym typeface="Roboto Condensed"/>
              </a:rPr>
              <a:t>Mentor: Eric Testerman</a:t>
            </a:r>
            <a:endParaRPr b="1" sz="2500">
              <a:latin typeface="Roboto Condensed"/>
              <a:ea typeface="Roboto Condensed"/>
              <a:cs typeface="Roboto Condensed"/>
              <a:sym typeface="Roboto Condensed"/>
            </a:endParaRPr>
          </a:p>
          <a:p>
            <a:pPr indent="0" lvl="0" marL="0" rtl="0" algn="ctr">
              <a:spcBef>
                <a:spcPts val="1600"/>
              </a:spcBef>
              <a:spcAft>
                <a:spcPts val="1600"/>
              </a:spcAft>
              <a:buNone/>
            </a:pPr>
            <a:r>
              <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3"/>
          <p:cNvSpPr txBox="1"/>
          <p:nvPr>
            <p:ph type="ctrTitle"/>
          </p:nvPr>
        </p:nvSpPr>
        <p:spPr>
          <a:xfrm flipH="1">
            <a:off x="502200" y="445025"/>
            <a:ext cx="81846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500"/>
              <a:t>Project Topic</a:t>
            </a:r>
            <a:endParaRPr sz="4500"/>
          </a:p>
        </p:txBody>
      </p:sp>
      <p:sp>
        <p:nvSpPr>
          <p:cNvPr id="260" name="Google Shape;260;p33"/>
          <p:cNvSpPr txBox="1"/>
          <p:nvPr>
            <p:ph idx="1" type="subTitle"/>
          </p:nvPr>
        </p:nvSpPr>
        <p:spPr>
          <a:xfrm>
            <a:off x="943800" y="1115525"/>
            <a:ext cx="6945000" cy="3582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b="1" lang="en" sz="2400">
                <a:solidFill>
                  <a:srgbClr val="FFFFFF"/>
                </a:solidFill>
                <a:latin typeface="Roboto Condensed"/>
                <a:ea typeface="Roboto Condensed"/>
                <a:cs typeface="Roboto Condensed"/>
                <a:sym typeface="Roboto Condensed"/>
              </a:rPr>
              <a:t>Extend existing automation to automate the documentation</a:t>
            </a:r>
            <a:r>
              <a:rPr lang="en" sz="2400">
                <a:solidFill>
                  <a:srgbClr val="FFFFFF"/>
                </a:solidFill>
                <a:latin typeface="Roboto Condensed"/>
                <a:ea typeface="Roboto Condensed"/>
                <a:cs typeface="Roboto Condensed"/>
                <a:sym typeface="Roboto Condensed"/>
              </a:rPr>
              <a:t>, by developing </a:t>
            </a:r>
            <a:r>
              <a:rPr lang="en" sz="2400">
                <a:latin typeface="Roboto Condensed"/>
                <a:ea typeface="Roboto Condensed"/>
                <a:cs typeface="Roboto Condensed"/>
                <a:sym typeface="Roboto Condensed"/>
              </a:rPr>
              <a:t>an Ansible plug-in, allowing playbooks to map out environments to other data points, such as Confluence, etc., to easily be documented.</a:t>
            </a:r>
            <a:endParaRPr sz="2400">
              <a:solidFill>
                <a:srgbClr val="FFFFFF"/>
              </a:solidFill>
              <a:latin typeface="Roboto Condensed"/>
              <a:ea typeface="Roboto Condensed"/>
              <a:cs typeface="Roboto Condensed"/>
              <a:sym typeface="Roboto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4"/>
          <p:cNvSpPr txBox="1"/>
          <p:nvPr>
            <p:ph type="ctrTitle"/>
          </p:nvPr>
        </p:nvSpPr>
        <p:spPr>
          <a:xfrm flipH="1">
            <a:off x="502200" y="445025"/>
            <a:ext cx="81846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500"/>
              <a:t>Tasks</a:t>
            </a:r>
            <a:endParaRPr sz="4500"/>
          </a:p>
        </p:txBody>
      </p:sp>
      <p:sp>
        <p:nvSpPr>
          <p:cNvPr id="266" name="Google Shape;266;p34"/>
          <p:cNvSpPr txBox="1"/>
          <p:nvPr>
            <p:ph idx="1" type="subTitle"/>
          </p:nvPr>
        </p:nvSpPr>
        <p:spPr>
          <a:xfrm>
            <a:off x="1277850" y="1253575"/>
            <a:ext cx="6633300" cy="3243900"/>
          </a:xfrm>
          <a:prstGeom prst="rect">
            <a:avLst/>
          </a:prstGeom>
        </p:spPr>
        <p:txBody>
          <a:bodyPr anchorCtr="0" anchor="ctr" bIns="91425" lIns="91425" spcFirstLastPara="1" rIns="91425" wrap="square" tIns="91425">
            <a:noAutofit/>
          </a:bodyPr>
          <a:lstStyle/>
          <a:p>
            <a:pPr indent="-355600" lvl="0" marL="457200" rtl="0" algn="l">
              <a:spcBef>
                <a:spcPts val="0"/>
              </a:spcBef>
              <a:spcAft>
                <a:spcPts val="0"/>
              </a:spcAft>
              <a:buClr>
                <a:schemeClr val="lt1"/>
              </a:buClr>
              <a:buSzPts val="2000"/>
              <a:buFont typeface="Roboto Condensed"/>
              <a:buChar char="●"/>
            </a:pPr>
            <a:r>
              <a:rPr lang="en" sz="2000">
                <a:latin typeface="Roboto Condensed"/>
                <a:ea typeface="Roboto Condensed"/>
                <a:cs typeface="Roboto Condensed"/>
                <a:sym typeface="Roboto Condensed"/>
              </a:rPr>
              <a:t>Teams and Goals</a:t>
            </a:r>
            <a:endParaRPr sz="2000">
              <a:latin typeface="Roboto Condensed"/>
              <a:ea typeface="Roboto Condensed"/>
              <a:cs typeface="Roboto Condensed"/>
              <a:sym typeface="Roboto Condensed"/>
            </a:endParaRPr>
          </a:p>
          <a:p>
            <a:pPr indent="-355600" lvl="0" marL="457200" rtl="0" algn="l">
              <a:spcBef>
                <a:spcPts val="0"/>
              </a:spcBef>
              <a:spcAft>
                <a:spcPts val="0"/>
              </a:spcAft>
              <a:buClr>
                <a:schemeClr val="lt1"/>
              </a:buClr>
              <a:buSzPts val="2000"/>
              <a:buFont typeface="Roboto Condensed"/>
              <a:buChar char="●"/>
            </a:pPr>
            <a:r>
              <a:rPr lang="en" sz="2000">
                <a:latin typeface="Roboto Condensed"/>
                <a:ea typeface="Roboto Condensed"/>
                <a:cs typeface="Roboto Condensed"/>
                <a:sym typeface="Roboto Condensed"/>
              </a:rPr>
              <a:t>Research</a:t>
            </a:r>
            <a:endParaRPr sz="2000">
              <a:latin typeface="Roboto Condensed"/>
              <a:ea typeface="Roboto Condensed"/>
              <a:cs typeface="Roboto Condensed"/>
              <a:sym typeface="Roboto Condensed"/>
            </a:endParaRPr>
          </a:p>
          <a:p>
            <a:pPr indent="-355600" lvl="0" marL="457200" rtl="0" algn="l">
              <a:spcBef>
                <a:spcPts val="0"/>
              </a:spcBef>
              <a:spcAft>
                <a:spcPts val="0"/>
              </a:spcAft>
              <a:buClr>
                <a:schemeClr val="lt1"/>
              </a:buClr>
              <a:buSzPts val="2000"/>
              <a:buFont typeface="Roboto Condensed"/>
              <a:buChar char="●"/>
            </a:pPr>
            <a:r>
              <a:rPr lang="en" sz="2000">
                <a:latin typeface="Roboto Condensed"/>
                <a:ea typeface="Roboto Condensed"/>
                <a:cs typeface="Roboto Condensed"/>
                <a:sym typeface="Roboto Condensed"/>
              </a:rPr>
              <a:t>Complete 4 of 9 project requirements</a:t>
            </a:r>
            <a:endParaRPr sz="2000">
              <a:latin typeface="Roboto Condensed"/>
              <a:ea typeface="Roboto Condensed"/>
              <a:cs typeface="Roboto Condensed"/>
              <a:sym typeface="Roboto Condensed"/>
            </a:endParaRPr>
          </a:p>
          <a:p>
            <a:pPr indent="-355600" lvl="0" marL="457200" rtl="0" algn="l">
              <a:spcBef>
                <a:spcPts val="0"/>
              </a:spcBef>
              <a:spcAft>
                <a:spcPts val="0"/>
              </a:spcAft>
              <a:buClr>
                <a:schemeClr val="lt1"/>
              </a:buClr>
              <a:buSzPts val="2000"/>
              <a:buFont typeface="Roboto Condensed"/>
              <a:buChar char="●"/>
            </a:pPr>
            <a:r>
              <a:rPr lang="en" sz="2000">
                <a:latin typeface="Roboto Condensed"/>
                <a:ea typeface="Roboto Condensed"/>
                <a:cs typeface="Roboto Condensed"/>
                <a:sym typeface="Roboto Condensed"/>
              </a:rPr>
              <a:t>Complete next 3 of 9 project requirements (7 of 9)</a:t>
            </a:r>
            <a:endParaRPr sz="2000">
              <a:latin typeface="Roboto Condensed"/>
              <a:ea typeface="Roboto Condensed"/>
              <a:cs typeface="Roboto Condensed"/>
              <a:sym typeface="Roboto Condensed"/>
            </a:endParaRPr>
          </a:p>
          <a:p>
            <a:pPr indent="-355600" lvl="0" marL="457200" rtl="0" algn="l">
              <a:spcBef>
                <a:spcPts val="0"/>
              </a:spcBef>
              <a:spcAft>
                <a:spcPts val="0"/>
              </a:spcAft>
              <a:buClr>
                <a:schemeClr val="lt1"/>
              </a:buClr>
              <a:buSzPts val="2000"/>
              <a:buFont typeface="Roboto Condensed"/>
              <a:buChar char="●"/>
            </a:pPr>
            <a:r>
              <a:rPr lang="en" sz="2000">
                <a:latin typeface="Roboto Condensed"/>
                <a:ea typeface="Roboto Condensed"/>
                <a:cs typeface="Roboto Condensed"/>
                <a:sym typeface="Roboto Condensed"/>
              </a:rPr>
              <a:t>Complete all project requirements</a:t>
            </a:r>
            <a:endParaRPr sz="2000">
              <a:latin typeface="Roboto Condensed"/>
              <a:ea typeface="Roboto Condensed"/>
              <a:cs typeface="Roboto Condensed"/>
              <a:sym typeface="Roboto Condensed"/>
            </a:endParaRPr>
          </a:p>
          <a:p>
            <a:pPr indent="-355600" lvl="0" marL="457200" rtl="0" algn="l">
              <a:spcBef>
                <a:spcPts val="0"/>
              </a:spcBef>
              <a:spcAft>
                <a:spcPts val="0"/>
              </a:spcAft>
              <a:buClr>
                <a:schemeClr val="lt1"/>
              </a:buClr>
              <a:buSzPts val="2000"/>
              <a:buFont typeface="Roboto Condensed"/>
              <a:buChar char="●"/>
            </a:pPr>
            <a:r>
              <a:rPr lang="en" sz="2000">
                <a:latin typeface="Roboto Condensed"/>
                <a:ea typeface="Roboto Condensed"/>
                <a:cs typeface="Roboto Condensed"/>
                <a:sym typeface="Roboto Condensed"/>
              </a:rPr>
              <a:t>Testing</a:t>
            </a:r>
            <a:endParaRPr sz="2000">
              <a:latin typeface="Roboto Condensed"/>
              <a:ea typeface="Roboto Condensed"/>
              <a:cs typeface="Roboto Condensed"/>
              <a:sym typeface="Roboto Condensed"/>
            </a:endParaRPr>
          </a:p>
          <a:p>
            <a:pPr indent="-355600" lvl="0" marL="457200" rtl="0" algn="l">
              <a:spcBef>
                <a:spcPts val="0"/>
              </a:spcBef>
              <a:spcAft>
                <a:spcPts val="0"/>
              </a:spcAft>
              <a:buClr>
                <a:schemeClr val="lt1"/>
              </a:buClr>
              <a:buSzPts val="2000"/>
              <a:buFont typeface="Roboto Condensed"/>
              <a:buChar char="●"/>
            </a:pPr>
            <a:r>
              <a:rPr lang="en" sz="2000">
                <a:latin typeface="Roboto Condensed"/>
                <a:ea typeface="Roboto Condensed"/>
                <a:cs typeface="Roboto Condensed"/>
                <a:sym typeface="Roboto Condensed"/>
              </a:rPr>
              <a:t>Launch</a:t>
            </a:r>
            <a:endParaRPr sz="2000">
              <a:latin typeface="Roboto Condensed"/>
              <a:ea typeface="Roboto Condensed"/>
              <a:cs typeface="Roboto Condensed"/>
              <a:sym typeface="Roboto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5"/>
          <p:cNvSpPr txBox="1"/>
          <p:nvPr>
            <p:ph type="ctrTitle"/>
          </p:nvPr>
        </p:nvSpPr>
        <p:spPr>
          <a:xfrm flipH="1">
            <a:off x="502200" y="445025"/>
            <a:ext cx="81846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400"/>
              <a:t>Task Description</a:t>
            </a:r>
            <a:endParaRPr sz="4400"/>
          </a:p>
        </p:txBody>
      </p:sp>
      <p:sp>
        <p:nvSpPr>
          <p:cNvPr id="272" name="Google Shape;272;p35"/>
          <p:cNvSpPr txBox="1"/>
          <p:nvPr>
            <p:ph idx="1" type="subTitle"/>
          </p:nvPr>
        </p:nvSpPr>
        <p:spPr>
          <a:xfrm>
            <a:off x="1051050" y="1183950"/>
            <a:ext cx="7041900" cy="37662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Clr>
                <a:srgbClr val="FFFFFF"/>
              </a:buClr>
              <a:buSzPts val="1600"/>
              <a:buFont typeface="Roboto Condensed"/>
              <a:buChar char="●"/>
            </a:pPr>
            <a:r>
              <a:rPr lang="en" sz="1600">
                <a:solidFill>
                  <a:srgbClr val="FFFFFF"/>
                </a:solidFill>
                <a:latin typeface="Roboto Condensed"/>
                <a:ea typeface="Roboto Condensed"/>
                <a:cs typeface="Roboto Condensed"/>
                <a:sym typeface="Roboto Condensed"/>
              </a:rPr>
              <a:t>Teams and Goals</a:t>
            </a:r>
            <a:endParaRPr sz="1600">
              <a:solidFill>
                <a:srgbClr val="FFFFFF"/>
              </a:solidFill>
              <a:latin typeface="Roboto Condensed"/>
              <a:ea typeface="Roboto Condensed"/>
              <a:cs typeface="Roboto Condensed"/>
              <a:sym typeface="Roboto Condensed"/>
            </a:endParaRPr>
          </a:p>
          <a:p>
            <a:pPr indent="-330200" lvl="1" marL="914400" rtl="0" algn="l">
              <a:spcBef>
                <a:spcPts val="0"/>
              </a:spcBef>
              <a:spcAft>
                <a:spcPts val="0"/>
              </a:spcAft>
              <a:buClr>
                <a:srgbClr val="FFFFFF"/>
              </a:buClr>
              <a:buSzPts val="1600"/>
              <a:buFont typeface="Roboto Condensed"/>
              <a:buChar char="○"/>
            </a:pPr>
            <a:r>
              <a:rPr lang="en" sz="1600">
                <a:solidFill>
                  <a:srgbClr val="FFFFFF"/>
                </a:solidFill>
                <a:latin typeface="Roboto Condensed"/>
                <a:ea typeface="Roboto Condensed"/>
                <a:cs typeface="Roboto Condensed"/>
                <a:sym typeface="Roboto Condensed"/>
              </a:rPr>
              <a:t>Make teams, meet and speak with mentor and create goals for the project</a:t>
            </a:r>
            <a:endParaRPr sz="1600">
              <a:solidFill>
                <a:srgbClr val="FFFFFF"/>
              </a:solidFill>
              <a:latin typeface="Roboto Condensed"/>
              <a:ea typeface="Roboto Condensed"/>
              <a:cs typeface="Roboto Condensed"/>
              <a:sym typeface="Roboto Condensed"/>
            </a:endParaRPr>
          </a:p>
          <a:p>
            <a:pPr indent="-330200" lvl="0" marL="457200" rtl="0" algn="l">
              <a:spcBef>
                <a:spcPts val="0"/>
              </a:spcBef>
              <a:spcAft>
                <a:spcPts val="0"/>
              </a:spcAft>
              <a:buClr>
                <a:srgbClr val="FFFFFF"/>
              </a:buClr>
              <a:buSzPts val="1600"/>
              <a:buFont typeface="Roboto Condensed"/>
              <a:buChar char="●"/>
            </a:pPr>
            <a:r>
              <a:rPr lang="en" sz="1600">
                <a:solidFill>
                  <a:srgbClr val="FFFFFF"/>
                </a:solidFill>
                <a:latin typeface="Roboto Condensed"/>
                <a:ea typeface="Roboto Condensed"/>
                <a:cs typeface="Roboto Condensed"/>
                <a:sym typeface="Roboto Condensed"/>
              </a:rPr>
              <a:t>Research</a:t>
            </a:r>
            <a:endParaRPr sz="1600">
              <a:solidFill>
                <a:srgbClr val="FFFFFF"/>
              </a:solidFill>
              <a:latin typeface="Roboto Condensed"/>
              <a:ea typeface="Roboto Condensed"/>
              <a:cs typeface="Roboto Condensed"/>
              <a:sym typeface="Roboto Condensed"/>
            </a:endParaRPr>
          </a:p>
          <a:p>
            <a:pPr indent="-330200" lvl="1" marL="914400" rtl="0" algn="l">
              <a:spcBef>
                <a:spcPts val="0"/>
              </a:spcBef>
              <a:spcAft>
                <a:spcPts val="0"/>
              </a:spcAft>
              <a:buClr>
                <a:srgbClr val="FFFFFF"/>
              </a:buClr>
              <a:buSzPts val="1600"/>
              <a:buFont typeface="Roboto Condensed"/>
              <a:buChar char="○"/>
            </a:pPr>
            <a:r>
              <a:rPr lang="en" sz="1600">
                <a:solidFill>
                  <a:srgbClr val="FFFFFF"/>
                </a:solidFill>
                <a:latin typeface="Roboto Condensed"/>
                <a:ea typeface="Roboto Condensed"/>
                <a:cs typeface="Roboto Condensed"/>
                <a:sym typeface="Roboto Condensed"/>
              </a:rPr>
              <a:t>A constant process to learn about the technology and how it works with other technology required for automating the Ansible plug-in</a:t>
            </a:r>
            <a:endParaRPr sz="1600">
              <a:solidFill>
                <a:srgbClr val="FFFFFF"/>
              </a:solidFill>
              <a:latin typeface="Roboto Condensed"/>
              <a:ea typeface="Roboto Condensed"/>
              <a:cs typeface="Roboto Condensed"/>
              <a:sym typeface="Roboto Condensed"/>
            </a:endParaRPr>
          </a:p>
          <a:p>
            <a:pPr indent="-330200" lvl="0" marL="457200" rtl="0" algn="l">
              <a:spcBef>
                <a:spcPts val="0"/>
              </a:spcBef>
              <a:spcAft>
                <a:spcPts val="0"/>
              </a:spcAft>
              <a:buClr>
                <a:srgbClr val="FFFFFF"/>
              </a:buClr>
              <a:buSzPts val="1600"/>
              <a:buFont typeface="Roboto Condensed"/>
              <a:buChar char="●"/>
            </a:pPr>
            <a:r>
              <a:rPr lang="en" sz="1600">
                <a:solidFill>
                  <a:srgbClr val="FFFFFF"/>
                </a:solidFill>
                <a:latin typeface="Roboto Condensed"/>
                <a:ea typeface="Roboto Condensed"/>
                <a:cs typeface="Roboto Condensed"/>
                <a:sym typeface="Roboto Condensed"/>
              </a:rPr>
              <a:t>Complete 4 of 9 Project Requirements (tentative to which ones)</a:t>
            </a:r>
            <a:endParaRPr sz="1600">
              <a:solidFill>
                <a:srgbClr val="FFFFFF"/>
              </a:solidFill>
              <a:latin typeface="Roboto Condensed"/>
              <a:ea typeface="Roboto Condensed"/>
              <a:cs typeface="Roboto Condensed"/>
              <a:sym typeface="Roboto Condensed"/>
            </a:endParaRPr>
          </a:p>
          <a:p>
            <a:pPr indent="-330200" lvl="1" marL="914400" marR="0" rtl="0" algn="l">
              <a:lnSpc>
                <a:spcPct val="115000"/>
              </a:lnSpc>
              <a:spcBef>
                <a:spcPts val="0"/>
              </a:spcBef>
              <a:spcAft>
                <a:spcPts val="0"/>
              </a:spcAft>
              <a:buClr>
                <a:srgbClr val="FFFFFF"/>
              </a:buClr>
              <a:buSzPts val="1600"/>
              <a:buFont typeface="Roboto Condensed"/>
              <a:buChar char="○"/>
            </a:pPr>
            <a:r>
              <a:rPr lang="en" sz="1600">
                <a:solidFill>
                  <a:srgbClr val="FFFFFF"/>
                </a:solidFill>
                <a:latin typeface="Roboto Condensed"/>
                <a:ea typeface="Roboto Condensed"/>
                <a:cs typeface="Roboto Condensed"/>
                <a:sym typeface="Roboto Condensed"/>
              </a:rPr>
              <a:t>Must be an Ansible plugin.</a:t>
            </a:r>
            <a:endParaRPr sz="1600">
              <a:solidFill>
                <a:srgbClr val="FFFFFF"/>
              </a:solidFill>
              <a:latin typeface="Roboto Condensed"/>
              <a:ea typeface="Roboto Condensed"/>
              <a:cs typeface="Roboto Condensed"/>
              <a:sym typeface="Roboto Condensed"/>
            </a:endParaRPr>
          </a:p>
          <a:p>
            <a:pPr indent="-330200" lvl="1" marL="914400" marR="0" rtl="0" algn="l">
              <a:lnSpc>
                <a:spcPct val="115000"/>
              </a:lnSpc>
              <a:spcBef>
                <a:spcPts val="0"/>
              </a:spcBef>
              <a:spcAft>
                <a:spcPts val="0"/>
              </a:spcAft>
              <a:buClr>
                <a:srgbClr val="FFFFFF"/>
              </a:buClr>
              <a:buSzPts val="1600"/>
              <a:buFont typeface="Roboto Condensed"/>
              <a:buChar char="○"/>
            </a:pPr>
            <a:r>
              <a:rPr lang="en" sz="1600">
                <a:solidFill>
                  <a:srgbClr val="FFFFFF"/>
                </a:solidFill>
                <a:latin typeface="Roboto Condensed"/>
                <a:ea typeface="Roboto Condensed"/>
                <a:cs typeface="Roboto Condensed"/>
                <a:sym typeface="Roboto Condensed"/>
              </a:rPr>
              <a:t>Must use the Confluence api.</a:t>
            </a:r>
            <a:endParaRPr sz="1600">
              <a:solidFill>
                <a:srgbClr val="FFFFFF"/>
              </a:solidFill>
              <a:latin typeface="Roboto Condensed"/>
              <a:ea typeface="Roboto Condensed"/>
              <a:cs typeface="Roboto Condensed"/>
              <a:sym typeface="Roboto Condensed"/>
            </a:endParaRPr>
          </a:p>
          <a:p>
            <a:pPr indent="-330200" lvl="1" marL="914400" marR="0" rtl="0" algn="l">
              <a:lnSpc>
                <a:spcPct val="115000"/>
              </a:lnSpc>
              <a:spcBef>
                <a:spcPts val="0"/>
              </a:spcBef>
              <a:spcAft>
                <a:spcPts val="0"/>
              </a:spcAft>
              <a:buClr>
                <a:srgbClr val="FFFFFF"/>
              </a:buClr>
              <a:buSzPts val="1600"/>
              <a:buFont typeface="Roboto Condensed"/>
              <a:buChar char="○"/>
            </a:pPr>
            <a:r>
              <a:rPr lang="en" sz="1600">
                <a:solidFill>
                  <a:srgbClr val="FFFFFF"/>
                </a:solidFill>
                <a:latin typeface="Roboto Condensed"/>
                <a:ea typeface="Roboto Condensed"/>
                <a:cs typeface="Roboto Condensed"/>
                <a:sym typeface="Roboto Condensed"/>
              </a:rPr>
              <a:t>Mapping Environments means at a minimum translate </a:t>
            </a:r>
            <a:endParaRPr sz="1600">
              <a:solidFill>
                <a:srgbClr val="FFFFFF"/>
              </a:solidFill>
              <a:latin typeface="Roboto Condensed"/>
              <a:ea typeface="Roboto Condensed"/>
              <a:cs typeface="Roboto Condensed"/>
              <a:sym typeface="Roboto Condensed"/>
            </a:endParaRPr>
          </a:p>
          <a:p>
            <a:pPr indent="0" lvl="0" marL="914400" marR="0" rtl="0" algn="l">
              <a:lnSpc>
                <a:spcPct val="115000"/>
              </a:lnSpc>
              <a:spcBef>
                <a:spcPts val="0"/>
              </a:spcBef>
              <a:spcAft>
                <a:spcPts val="0"/>
              </a:spcAft>
              <a:buNone/>
            </a:pPr>
            <a:r>
              <a:rPr lang="en" sz="1600">
                <a:solidFill>
                  <a:srgbClr val="FFFFFF"/>
                </a:solidFill>
                <a:latin typeface="Roboto Condensed"/>
                <a:ea typeface="Roboto Condensed"/>
                <a:cs typeface="Roboto Condensed"/>
                <a:sym typeface="Roboto Condensed"/>
              </a:rPr>
              <a:t>Ansible facts to Confluence.</a:t>
            </a:r>
            <a:endParaRPr sz="1600">
              <a:solidFill>
                <a:srgbClr val="FFFFFF"/>
              </a:solidFill>
              <a:latin typeface="Roboto Condensed"/>
              <a:ea typeface="Roboto Condensed"/>
              <a:cs typeface="Roboto Condensed"/>
              <a:sym typeface="Roboto Condensed"/>
            </a:endParaRPr>
          </a:p>
          <a:p>
            <a:pPr indent="-330200" lvl="1" marL="914400" marR="0" rtl="0" algn="l">
              <a:lnSpc>
                <a:spcPct val="115000"/>
              </a:lnSpc>
              <a:spcBef>
                <a:spcPts val="0"/>
              </a:spcBef>
              <a:spcAft>
                <a:spcPts val="0"/>
              </a:spcAft>
              <a:buClr>
                <a:srgbClr val="FFFFFF"/>
              </a:buClr>
              <a:buSzPts val="1600"/>
              <a:buFont typeface="Roboto Condensed"/>
              <a:buChar char="○"/>
            </a:pPr>
            <a:r>
              <a:rPr lang="en" sz="1600">
                <a:solidFill>
                  <a:srgbClr val="FFFFFF"/>
                </a:solidFill>
                <a:latin typeface="Roboto Condensed"/>
                <a:ea typeface="Roboto Condensed"/>
                <a:cs typeface="Roboto Condensed"/>
                <a:sym typeface="Roboto Condensed"/>
              </a:rPr>
              <a:t>Must allow for nested environments n deep.</a:t>
            </a:r>
            <a:endParaRPr sz="1600">
              <a:solidFill>
                <a:srgbClr val="FFFFFF"/>
              </a:solidFill>
              <a:latin typeface="Roboto Condensed"/>
              <a:ea typeface="Roboto Condensed"/>
              <a:cs typeface="Roboto Condensed"/>
              <a:sym typeface="Roboto Condensed"/>
            </a:endParaRPr>
          </a:p>
          <a:p>
            <a:pPr indent="0" lvl="0" marL="0" rtl="0" algn="l">
              <a:spcBef>
                <a:spcPts val="0"/>
              </a:spcBef>
              <a:spcAft>
                <a:spcPts val="0"/>
              </a:spcAft>
              <a:buNone/>
            </a:pPr>
            <a:r>
              <a:t/>
            </a:r>
            <a:endParaRPr sz="1600">
              <a:solidFill>
                <a:srgbClr val="FFFFFF"/>
              </a:solidFill>
              <a:latin typeface="Roboto Condensed"/>
              <a:ea typeface="Roboto Condensed"/>
              <a:cs typeface="Roboto Condensed"/>
              <a:sym typeface="Roboto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6"/>
          <p:cNvSpPr txBox="1"/>
          <p:nvPr>
            <p:ph type="ctrTitle"/>
          </p:nvPr>
        </p:nvSpPr>
        <p:spPr>
          <a:xfrm flipH="1">
            <a:off x="502200" y="445025"/>
            <a:ext cx="81846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500"/>
              <a:t>Task Description pt. 2</a:t>
            </a:r>
            <a:endParaRPr sz="4500"/>
          </a:p>
        </p:txBody>
      </p:sp>
      <p:sp>
        <p:nvSpPr>
          <p:cNvPr id="278" name="Google Shape;278;p36"/>
          <p:cNvSpPr txBox="1"/>
          <p:nvPr>
            <p:ph idx="1" type="subTitle"/>
          </p:nvPr>
        </p:nvSpPr>
        <p:spPr>
          <a:xfrm>
            <a:off x="1071750" y="1216075"/>
            <a:ext cx="7045500" cy="35829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Complete next 3 of 9 requirements (7 of 9)</a:t>
            </a:r>
            <a:endParaRPr sz="1400">
              <a:solidFill>
                <a:srgbClr val="FFFFFF"/>
              </a:solidFill>
              <a:latin typeface="Roboto Condensed"/>
              <a:ea typeface="Roboto Condensed"/>
              <a:cs typeface="Roboto Condensed"/>
              <a:sym typeface="Roboto Condensed"/>
            </a:endParaRPr>
          </a:p>
          <a:p>
            <a:pPr indent="-317500" lvl="1" marL="9144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Must allow for users to be able to easily add the output of tasks/playbooks</a:t>
            </a:r>
            <a:endParaRPr sz="1400">
              <a:solidFill>
                <a:srgbClr val="FFFFFF"/>
              </a:solidFill>
              <a:latin typeface="Roboto Condensed"/>
              <a:ea typeface="Roboto Condensed"/>
              <a:cs typeface="Roboto Condensed"/>
              <a:sym typeface="Roboto Condensed"/>
            </a:endParaRPr>
          </a:p>
          <a:p>
            <a:pPr indent="0" lvl="0" marL="914400" marR="0" rtl="0" algn="l">
              <a:lnSpc>
                <a:spcPct val="115000"/>
              </a:lnSpc>
              <a:spcBef>
                <a:spcPts val="0"/>
              </a:spcBef>
              <a:spcAft>
                <a:spcPts val="0"/>
              </a:spcAft>
              <a:buClr>
                <a:schemeClr val="dk1"/>
              </a:buClr>
              <a:buSzPts val="1100"/>
              <a:buFont typeface="Arial"/>
              <a:buNone/>
            </a:pPr>
            <a:r>
              <a:rPr lang="en" sz="1400">
                <a:solidFill>
                  <a:srgbClr val="FFFFFF"/>
                </a:solidFill>
                <a:latin typeface="Roboto Condensed"/>
                <a:ea typeface="Roboto Condensed"/>
                <a:cs typeface="Roboto Condensed"/>
                <a:sym typeface="Roboto Condensed"/>
              </a:rPr>
              <a:t> to be documented.</a:t>
            </a:r>
            <a:endParaRPr sz="1400">
              <a:solidFill>
                <a:srgbClr val="FFFFFF"/>
              </a:solidFill>
              <a:latin typeface="Roboto Condensed"/>
              <a:ea typeface="Roboto Condensed"/>
              <a:cs typeface="Roboto Condensed"/>
              <a:sym typeface="Roboto Condensed"/>
            </a:endParaRPr>
          </a:p>
          <a:p>
            <a:pPr indent="-317500" lvl="1" marL="9144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Users should be able to define the desired hierarchy of environments.</a:t>
            </a:r>
            <a:endParaRPr sz="1400">
              <a:solidFill>
                <a:srgbClr val="FFFFFF"/>
              </a:solidFill>
              <a:latin typeface="Roboto Condensed"/>
              <a:ea typeface="Roboto Condensed"/>
              <a:cs typeface="Roboto Condensed"/>
              <a:sym typeface="Roboto Condensed"/>
            </a:endParaRPr>
          </a:p>
          <a:p>
            <a:pPr indent="-317500" lvl="1" marL="9144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Users should be able to define mapping for custom data points.</a:t>
            </a:r>
            <a:endParaRPr sz="1400">
              <a:solidFill>
                <a:srgbClr val="FFFFFF"/>
              </a:solidFill>
              <a:latin typeface="Roboto Condensed"/>
              <a:ea typeface="Roboto Condensed"/>
              <a:cs typeface="Roboto Condensed"/>
              <a:sym typeface="Roboto Condensed"/>
            </a:endParaRPr>
          </a:p>
          <a:p>
            <a:pPr indent="-317500" lvl="0" marL="4572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Complete all requirements (9 of 9)</a:t>
            </a:r>
            <a:endParaRPr sz="1400">
              <a:solidFill>
                <a:srgbClr val="FFFFFF"/>
              </a:solidFill>
              <a:latin typeface="Roboto Condensed"/>
              <a:ea typeface="Roboto Condensed"/>
              <a:cs typeface="Roboto Condensed"/>
              <a:sym typeface="Roboto Condensed"/>
            </a:endParaRPr>
          </a:p>
          <a:p>
            <a:pPr indent="-317500" lvl="1" marL="9144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Must be able to create needed pages if the do not exist and simply </a:t>
            </a:r>
            <a:endParaRPr sz="1400">
              <a:solidFill>
                <a:srgbClr val="FFFFFF"/>
              </a:solidFill>
              <a:latin typeface="Roboto Condensed"/>
              <a:ea typeface="Roboto Condensed"/>
              <a:cs typeface="Roboto Condensed"/>
              <a:sym typeface="Roboto Condensed"/>
            </a:endParaRPr>
          </a:p>
          <a:p>
            <a:pPr indent="0" lvl="0" marL="914400" marR="0" rtl="0" algn="l">
              <a:lnSpc>
                <a:spcPct val="115000"/>
              </a:lnSpc>
              <a:spcBef>
                <a:spcPts val="0"/>
              </a:spcBef>
              <a:spcAft>
                <a:spcPts val="0"/>
              </a:spcAft>
              <a:buNone/>
            </a:pPr>
            <a:r>
              <a:rPr lang="en" sz="1400">
                <a:solidFill>
                  <a:srgbClr val="FFFFFF"/>
                </a:solidFill>
                <a:latin typeface="Roboto Condensed"/>
                <a:ea typeface="Roboto Condensed"/>
                <a:cs typeface="Roboto Condensed"/>
                <a:sym typeface="Roboto Condensed"/>
              </a:rPr>
              <a:t>update them if they do.</a:t>
            </a:r>
            <a:endParaRPr sz="1400">
              <a:solidFill>
                <a:srgbClr val="FFFFFF"/>
              </a:solidFill>
              <a:latin typeface="Roboto Condensed"/>
              <a:ea typeface="Roboto Condensed"/>
              <a:cs typeface="Roboto Condensed"/>
              <a:sym typeface="Roboto Condensed"/>
            </a:endParaRPr>
          </a:p>
          <a:p>
            <a:pPr indent="-317500" lvl="1" marL="9144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Must be able to build the desired data to document into csv and </a:t>
            </a:r>
            <a:endParaRPr sz="1400">
              <a:solidFill>
                <a:srgbClr val="FFFFFF"/>
              </a:solidFill>
              <a:latin typeface="Roboto Condensed"/>
              <a:ea typeface="Roboto Condensed"/>
              <a:cs typeface="Roboto Condensed"/>
              <a:sym typeface="Roboto Condensed"/>
            </a:endParaRPr>
          </a:p>
          <a:p>
            <a:pPr indent="0" lvl="0" marL="914400" marR="0" rtl="0" algn="l">
              <a:lnSpc>
                <a:spcPct val="115000"/>
              </a:lnSpc>
              <a:spcBef>
                <a:spcPts val="0"/>
              </a:spcBef>
              <a:spcAft>
                <a:spcPts val="0"/>
              </a:spcAft>
              <a:buNone/>
            </a:pPr>
            <a:r>
              <a:rPr lang="en" sz="1400">
                <a:solidFill>
                  <a:srgbClr val="FFFFFF"/>
                </a:solidFill>
                <a:latin typeface="Roboto Condensed"/>
                <a:ea typeface="Roboto Condensed"/>
                <a:cs typeface="Roboto Condensed"/>
                <a:sym typeface="Roboto Condensed"/>
              </a:rPr>
              <a:t>upload it to the desired page</a:t>
            </a:r>
            <a:endParaRPr sz="1400">
              <a:solidFill>
                <a:srgbClr val="FFFFFF"/>
              </a:solidFill>
              <a:latin typeface="Roboto Condensed"/>
              <a:ea typeface="Roboto Condensed"/>
              <a:cs typeface="Roboto Condensed"/>
              <a:sym typeface="Roboto Condensed"/>
            </a:endParaRPr>
          </a:p>
          <a:p>
            <a:pPr indent="-317500" lvl="0" marL="4572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Testing</a:t>
            </a:r>
            <a:endParaRPr sz="1400">
              <a:solidFill>
                <a:srgbClr val="FFFFFF"/>
              </a:solidFill>
              <a:latin typeface="Roboto Condensed"/>
              <a:ea typeface="Roboto Condensed"/>
              <a:cs typeface="Roboto Condensed"/>
              <a:sym typeface="Roboto Condensed"/>
            </a:endParaRPr>
          </a:p>
          <a:p>
            <a:pPr indent="-317500" lvl="1" marL="9144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Test for bugs and if the feature adds work as intended, also a </a:t>
            </a:r>
            <a:r>
              <a:rPr lang="en" sz="1400">
                <a:solidFill>
                  <a:srgbClr val="FFFFFF"/>
                </a:solidFill>
                <a:latin typeface="Roboto Condensed"/>
                <a:ea typeface="Roboto Condensed"/>
                <a:cs typeface="Roboto Condensed"/>
                <a:sym typeface="Roboto Condensed"/>
              </a:rPr>
              <a:t>constant</a:t>
            </a:r>
            <a:endParaRPr sz="1400">
              <a:solidFill>
                <a:srgbClr val="FFFFFF"/>
              </a:solidFill>
              <a:latin typeface="Roboto Condensed"/>
              <a:ea typeface="Roboto Condensed"/>
              <a:cs typeface="Roboto Condensed"/>
              <a:sym typeface="Roboto Condensed"/>
            </a:endParaRPr>
          </a:p>
          <a:p>
            <a:pPr indent="0" lvl="0" marL="914400" marR="0" rtl="0" algn="l">
              <a:lnSpc>
                <a:spcPct val="115000"/>
              </a:lnSpc>
              <a:spcBef>
                <a:spcPts val="0"/>
              </a:spcBef>
              <a:spcAft>
                <a:spcPts val="0"/>
              </a:spcAft>
              <a:buNone/>
            </a:pPr>
            <a:r>
              <a:rPr lang="en" sz="1400">
                <a:solidFill>
                  <a:srgbClr val="FFFFFF"/>
                </a:solidFill>
                <a:latin typeface="Roboto Condensed"/>
                <a:ea typeface="Roboto Condensed"/>
                <a:cs typeface="Roboto Condensed"/>
                <a:sym typeface="Roboto Condensed"/>
              </a:rPr>
              <a:t> process throughout</a:t>
            </a:r>
            <a:endParaRPr sz="1400">
              <a:solidFill>
                <a:srgbClr val="FFFFFF"/>
              </a:solidFill>
              <a:latin typeface="Roboto Condensed"/>
              <a:ea typeface="Roboto Condensed"/>
              <a:cs typeface="Roboto Condensed"/>
              <a:sym typeface="Roboto Condensed"/>
            </a:endParaRPr>
          </a:p>
          <a:p>
            <a:pPr indent="-317500" lvl="0" marL="4572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Launch</a:t>
            </a:r>
            <a:endParaRPr sz="1400">
              <a:solidFill>
                <a:srgbClr val="FFFFFF"/>
              </a:solidFill>
              <a:latin typeface="Roboto Condensed"/>
              <a:ea typeface="Roboto Condensed"/>
              <a:cs typeface="Roboto Condensed"/>
              <a:sym typeface="Roboto Condensed"/>
            </a:endParaRPr>
          </a:p>
          <a:p>
            <a:pPr indent="-317500" lvl="1" marL="914400" marR="0" rtl="0" algn="l">
              <a:lnSpc>
                <a:spcPct val="115000"/>
              </a:lnSpc>
              <a:spcBef>
                <a:spcPts val="0"/>
              </a:spcBef>
              <a:spcAft>
                <a:spcPts val="0"/>
              </a:spcAft>
              <a:buClr>
                <a:srgbClr val="FFFFFF"/>
              </a:buClr>
              <a:buSzPts val="1400"/>
              <a:buFont typeface="Roboto Condensed"/>
              <a:buChar char="○"/>
            </a:pPr>
            <a:r>
              <a:rPr lang="en" sz="1400">
                <a:solidFill>
                  <a:srgbClr val="FFFFFF"/>
                </a:solidFill>
                <a:latin typeface="Roboto Condensed"/>
                <a:ea typeface="Roboto Condensed"/>
                <a:cs typeface="Roboto Condensed"/>
                <a:sym typeface="Roboto Condensed"/>
              </a:rPr>
              <a:t>Finish the project and all requirements are met and tested</a:t>
            </a:r>
            <a:endParaRPr sz="1400">
              <a:solidFill>
                <a:srgbClr val="FFFFFF"/>
              </a:solidFill>
              <a:latin typeface="Roboto Condensed"/>
              <a:ea typeface="Roboto Condensed"/>
              <a:cs typeface="Roboto Condensed"/>
              <a:sym typeface="Roboto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7"/>
          <p:cNvSpPr txBox="1"/>
          <p:nvPr>
            <p:ph idx="1" type="subTitle"/>
          </p:nvPr>
        </p:nvSpPr>
        <p:spPr>
          <a:xfrm>
            <a:off x="1255350" y="1454625"/>
            <a:ext cx="6633300" cy="324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Roboto Condensed"/>
                <a:ea typeface="Roboto Condensed"/>
                <a:cs typeface="Roboto Condensed"/>
                <a:sym typeface="Roboto Condensed"/>
              </a:rPr>
              <a:t>The data will be based on Ansible facts, which Ansible can retrieve or discover about certain information on remote systems or Ansible itself, which includes the operating systems, IP addresses, attached file systems and more.</a:t>
            </a:r>
            <a:endParaRPr sz="1600">
              <a:latin typeface="Roboto Condensed"/>
              <a:ea typeface="Roboto Condensed"/>
              <a:cs typeface="Roboto Condensed"/>
              <a:sym typeface="Roboto Condensed"/>
            </a:endParaRPr>
          </a:p>
          <a:p>
            <a:pPr indent="0" lvl="0" marL="0" rtl="0" algn="l">
              <a:spcBef>
                <a:spcPts val="0"/>
              </a:spcBef>
              <a:spcAft>
                <a:spcPts val="0"/>
              </a:spcAft>
              <a:buNone/>
            </a:pPr>
            <a:r>
              <a:t/>
            </a:r>
            <a:endParaRPr sz="1600">
              <a:latin typeface="Roboto Condensed"/>
              <a:ea typeface="Roboto Condensed"/>
              <a:cs typeface="Roboto Condensed"/>
              <a:sym typeface="Roboto Condensed"/>
            </a:endParaRPr>
          </a:p>
          <a:p>
            <a:pPr indent="0" lvl="0" marL="0" rtl="0" algn="l">
              <a:spcBef>
                <a:spcPts val="0"/>
              </a:spcBef>
              <a:spcAft>
                <a:spcPts val="0"/>
              </a:spcAft>
              <a:buNone/>
            </a:pPr>
            <a:r>
              <a:rPr lang="en" sz="1600">
                <a:latin typeface="Roboto Condensed"/>
                <a:ea typeface="Roboto Condensed"/>
                <a:cs typeface="Roboto Condensed"/>
                <a:sym typeface="Roboto Condensed"/>
              </a:rPr>
              <a:t>Using these facts, we can create playbooks and run Ansible commands which are the tasks that will execute for specific hosts/ targets. </a:t>
            </a:r>
            <a:endParaRPr sz="1600">
              <a:latin typeface="Roboto Condensed"/>
              <a:ea typeface="Roboto Condensed"/>
              <a:cs typeface="Roboto Condensed"/>
              <a:sym typeface="Roboto Condensed"/>
            </a:endParaRPr>
          </a:p>
          <a:p>
            <a:pPr indent="0" lvl="0" marL="0" rtl="0" algn="l">
              <a:spcBef>
                <a:spcPts val="0"/>
              </a:spcBef>
              <a:spcAft>
                <a:spcPts val="0"/>
              </a:spcAft>
              <a:buNone/>
            </a:pPr>
            <a:r>
              <a:t/>
            </a:r>
            <a:endParaRPr sz="1600">
              <a:latin typeface="Roboto Condensed"/>
              <a:ea typeface="Roboto Condensed"/>
              <a:cs typeface="Roboto Condensed"/>
              <a:sym typeface="Roboto Condensed"/>
            </a:endParaRPr>
          </a:p>
          <a:p>
            <a:pPr indent="0" lvl="0" marL="0" rtl="0" algn="l">
              <a:spcBef>
                <a:spcPts val="0"/>
              </a:spcBef>
              <a:spcAft>
                <a:spcPts val="0"/>
              </a:spcAft>
              <a:buNone/>
            </a:pPr>
            <a:r>
              <a:t/>
            </a:r>
            <a:endParaRPr sz="1600">
              <a:latin typeface="Roboto Condensed"/>
              <a:ea typeface="Roboto Condensed"/>
              <a:cs typeface="Roboto Condensed"/>
              <a:sym typeface="Roboto Condensed"/>
            </a:endParaRPr>
          </a:p>
        </p:txBody>
      </p:sp>
      <p:sp>
        <p:nvSpPr>
          <p:cNvPr id="284" name="Google Shape;284;p37"/>
          <p:cNvSpPr txBox="1"/>
          <p:nvPr>
            <p:ph type="ctrTitle"/>
          </p:nvPr>
        </p:nvSpPr>
        <p:spPr>
          <a:xfrm flipH="1">
            <a:off x="502200" y="445025"/>
            <a:ext cx="81846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Data Description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8"/>
          <p:cNvSpPr txBox="1"/>
          <p:nvPr>
            <p:ph idx="1" type="subTitle"/>
          </p:nvPr>
        </p:nvSpPr>
        <p:spPr>
          <a:xfrm>
            <a:off x="1255350" y="1572600"/>
            <a:ext cx="6633300" cy="324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Roboto Condensed"/>
                <a:ea typeface="Roboto Condensed"/>
                <a:cs typeface="Roboto Condensed"/>
                <a:sym typeface="Roboto Condensed"/>
              </a:rPr>
              <a:t>Ansible plugins are extensions that add functionality to Ansible, making it more flexible and adaptable to various automation scenarios.</a:t>
            </a:r>
            <a:endParaRPr sz="1600">
              <a:latin typeface="Roboto Condensed"/>
              <a:ea typeface="Roboto Condensed"/>
              <a:cs typeface="Roboto Condensed"/>
              <a:sym typeface="Roboto Condensed"/>
            </a:endParaRPr>
          </a:p>
          <a:p>
            <a:pPr indent="0" lvl="0" marL="0" rtl="0" algn="l">
              <a:spcBef>
                <a:spcPts val="0"/>
              </a:spcBef>
              <a:spcAft>
                <a:spcPts val="0"/>
              </a:spcAft>
              <a:buNone/>
            </a:pPr>
            <a:r>
              <a:t/>
            </a:r>
            <a:endParaRPr sz="1600">
              <a:latin typeface="Roboto Condensed"/>
              <a:ea typeface="Roboto Condensed"/>
              <a:cs typeface="Roboto Condensed"/>
              <a:sym typeface="Roboto Condensed"/>
            </a:endParaRPr>
          </a:p>
          <a:p>
            <a:pPr indent="0" lvl="0" marL="0" rtl="0" algn="l">
              <a:spcBef>
                <a:spcPts val="0"/>
              </a:spcBef>
              <a:spcAft>
                <a:spcPts val="0"/>
              </a:spcAft>
              <a:buNone/>
            </a:pPr>
            <a:r>
              <a:rPr lang="en" sz="1600">
                <a:latin typeface="Roboto Condensed"/>
                <a:ea typeface="Roboto Condensed"/>
                <a:cs typeface="Roboto Condensed"/>
                <a:sym typeface="Roboto Condensed"/>
              </a:rPr>
              <a:t>The Confluence API is designed to enable developers to integrate Confluence with other tools, automate tasks, extract data, or extend its functionality.</a:t>
            </a:r>
            <a:endParaRPr sz="1600">
              <a:latin typeface="Roboto Condensed"/>
              <a:ea typeface="Roboto Condensed"/>
              <a:cs typeface="Roboto Condensed"/>
              <a:sym typeface="Roboto Condensed"/>
            </a:endParaRPr>
          </a:p>
          <a:p>
            <a:pPr indent="0" lvl="0" marL="0" rtl="0" algn="l">
              <a:spcBef>
                <a:spcPts val="0"/>
              </a:spcBef>
              <a:spcAft>
                <a:spcPts val="0"/>
              </a:spcAft>
              <a:buNone/>
            </a:pPr>
            <a:r>
              <a:t/>
            </a:r>
            <a:endParaRPr sz="1600">
              <a:latin typeface="Roboto Condensed"/>
              <a:ea typeface="Roboto Condensed"/>
              <a:cs typeface="Roboto Condensed"/>
              <a:sym typeface="Roboto Condensed"/>
            </a:endParaRPr>
          </a:p>
          <a:p>
            <a:pPr indent="0" lvl="0" marL="0" rtl="0" algn="l">
              <a:spcBef>
                <a:spcPts val="0"/>
              </a:spcBef>
              <a:spcAft>
                <a:spcPts val="0"/>
              </a:spcAft>
              <a:buNone/>
            </a:pPr>
            <a:r>
              <a:rPr lang="en" sz="1600">
                <a:latin typeface="Roboto Condensed"/>
                <a:ea typeface="Roboto Condensed"/>
                <a:cs typeface="Roboto Condensed"/>
                <a:sym typeface="Roboto Condensed"/>
              </a:rPr>
              <a:t>We chose these technologies, because it is part of the the project requirements. Python will be required for this project, </a:t>
            </a:r>
            <a:r>
              <a:rPr lang="en" sz="1600">
                <a:latin typeface="Roboto Condensed"/>
                <a:ea typeface="Roboto Condensed"/>
                <a:cs typeface="Roboto Condensed"/>
                <a:sym typeface="Roboto Condensed"/>
              </a:rPr>
              <a:t>along</a:t>
            </a:r>
            <a:r>
              <a:rPr lang="en" sz="1600">
                <a:latin typeface="Roboto Condensed"/>
                <a:ea typeface="Roboto Condensed"/>
                <a:cs typeface="Roboto Condensed"/>
                <a:sym typeface="Roboto Condensed"/>
              </a:rPr>
              <a:t> with knowledge of command prompts, YAML , and JSON.</a:t>
            </a:r>
            <a:endParaRPr sz="1600">
              <a:latin typeface="Roboto Condensed"/>
              <a:ea typeface="Roboto Condensed"/>
              <a:cs typeface="Roboto Condensed"/>
              <a:sym typeface="Roboto Condensed"/>
            </a:endParaRPr>
          </a:p>
          <a:p>
            <a:pPr indent="0" lvl="0" marL="0" rtl="0" algn="l">
              <a:spcBef>
                <a:spcPts val="0"/>
              </a:spcBef>
              <a:spcAft>
                <a:spcPts val="0"/>
              </a:spcAft>
              <a:buNone/>
            </a:pPr>
            <a:r>
              <a:t/>
            </a:r>
            <a:endParaRPr sz="1600">
              <a:latin typeface="Roboto Condensed"/>
              <a:ea typeface="Roboto Condensed"/>
              <a:cs typeface="Roboto Condensed"/>
              <a:sym typeface="Roboto Condensed"/>
            </a:endParaRPr>
          </a:p>
          <a:p>
            <a:pPr indent="0" lvl="0" marL="0" rtl="0" algn="l">
              <a:spcBef>
                <a:spcPts val="0"/>
              </a:spcBef>
              <a:spcAft>
                <a:spcPts val="0"/>
              </a:spcAft>
              <a:buNone/>
            </a:pPr>
            <a:r>
              <a:rPr lang="en" sz="1600">
                <a:latin typeface="Roboto Condensed"/>
                <a:ea typeface="Roboto Condensed"/>
                <a:cs typeface="Roboto Condensed"/>
                <a:sym typeface="Roboto Condensed"/>
              </a:rPr>
              <a:t>We will use this technology to help automate our documentation practices, and we will do so by utilizing Confluence API.</a:t>
            </a:r>
            <a:endParaRPr sz="1600">
              <a:latin typeface="Roboto Condensed"/>
              <a:ea typeface="Roboto Condensed"/>
              <a:cs typeface="Roboto Condensed"/>
              <a:sym typeface="Roboto Condensed"/>
            </a:endParaRPr>
          </a:p>
          <a:p>
            <a:pPr indent="0" lvl="0" marL="0" rtl="0" algn="l">
              <a:spcBef>
                <a:spcPts val="0"/>
              </a:spcBef>
              <a:spcAft>
                <a:spcPts val="0"/>
              </a:spcAft>
              <a:buNone/>
            </a:pPr>
            <a:r>
              <a:t/>
            </a:r>
            <a:endParaRPr sz="1600">
              <a:latin typeface="Roboto Condensed"/>
              <a:ea typeface="Roboto Condensed"/>
              <a:cs typeface="Roboto Condensed"/>
              <a:sym typeface="Roboto Condensed"/>
            </a:endParaRPr>
          </a:p>
        </p:txBody>
      </p:sp>
      <p:sp>
        <p:nvSpPr>
          <p:cNvPr id="290" name="Google Shape;290;p38"/>
          <p:cNvSpPr txBox="1"/>
          <p:nvPr>
            <p:ph type="ctrTitle"/>
          </p:nvPr>
        </p:nvSpPr>
        <p:spPr>
          <a:xfrm flipH="1">
            <a:off x="502200" y="445025"/>
            <a:ext cx="81846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Technology Description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9"/>
          <p:cNvSpPr txBox="1"/>
          <p:nvPr>
            <p:ph idx="2" type="ctrTitle"/>
          </p:nvPr>
        </p:nvSpPr>
        <p:spPr>
          <a:xfrm>
            <a:off x="1690457" y="1582099"/>
            <a:ext cx="26292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solidFill>
                  <a:srgbClr val="FFFFFF"/>
                </a:solidFill>
              </a:rPr>
              <a:t>Aayush</a:t>
            </a:r>
            <a:endParaRPr sz="3600">
              <a:solidFill>
                <a:srgbClr val="FFFFFF"/>
              </a:solidFill>
            </a:endParaRPr>
          </a:p>
        </p:txBody>
      </p:sp>
      <p:sp>
        <p:nvSpPr>
          <p:cNvPr id="296" name="Google Shape;296;p39"/>
          <p:cNvSpPr txBox="1"/>
          <p:nvPr>
            <p:ph idx="3" type="ctrTitle"/>
          </p:nvPr>
        </p:nvSpPr>
        <p:spPr>
          <a:xfrm>
            <a:off x="1690457" y="3109628"/>
            <a:ext cx="26292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solidFill>
                  <a:schemeClr val="lt1"/>
                </a:solidFill>
              </a:rPr>
              <a:t>Najaf</a:t>
            </a:r>
            <a:endParaRPr sz="3600">
              <a:solidFill>
                <a:schemeClr val="lt1"/>
              </a:solidFill>
            </a:endParaRPr>
          </a:p>
        </p:txBody>
      </p:sp>
      <p:sp>
        <p:nvSpPr>
          <p:cNvPr id="297" name="Google Shape;297;p39"/>
          <p:cNvSpPr txBox="1"/>
          <p:nvPr>
            <p:ph idx="4" type="subTitle"/>
          </p:nvPr>
        </p:nvSpPr>
        <p:spPr>
          <a:xfrm>
            <a:off x="1992850" y="3687425"/>
            <a:ext cx="2024400" cy="36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t>Full-Stack Developer/Tester</a:t>
            </a:r>
            <a:endParaRPr sz="1800"/>
          </a:p>
          <a:p>
            <a:pPr indent="0" lvl="0" marL="0" rtl="0" algn="ctr">
              <a:spcBef>
                <a:spcPts val="0"/>
              </a:spcBef>
              <a:spcAft>
                <a:spcPts val="0"/>
              </a:spcAft>
              <a:buNone/>
            </a:pPr>
            <a:r>
              <a:t/>
            </a:r>
            <a:endParaRPr/>
          </a:p>
        </p:txBody>
      </p:sp>
      <p:sp>
        <p:nvSpPr>
          <p:cNvPr id="298" name="Google Shape;298;p39"/>
          <p:cNvSpPr txBox="1"/>
          <p:nvPr>
            <p:ph idx="8" type="subTitle"/>
          </p:nvPr>
        </p:nvSpPr>
        <p:spPr>
          <a:xfrm>
            <a:off x="5126749" y="3687425"/>
            <a:ext cx="2024400" cy="36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t>Full-Stack Developer/Tester</a:t>
            </a:r>
            <a:endParaRPr sz="1800"/>
          </a:p>
          <a:p>
            <a:pPr indent="0" lvl="0" marL="0" rtl="0" algn="ctr">
              <a:spcBef>
                <a:spcPts val="0"/>
              </a:spcBef>
              <a:spcAft>
                <a:spcPts val="0"/>
              </a:spcAft>
              <a:buNone/>
            </a:pPr>
            <a:r>
              <a:t/>
            </a:r>
            <a:endParaRPr/>
          </a:p>
        </p:txBody>
      </p:sp>
      <p:sp>
        <p:nvSpPr>
          <p:cNvPr id="299" name="Google Shape;299;p39"/>
          <p:cNvSpPr txBox="1"/>
          <p:nvPr>
            <p:ph idx="7" type="ctrTitle"/>
          </p:nvPr>
        </p:nvSpPr>
        <p:spPr>
          <a:xfrm>
            <a:off x="4824357" y="3109628"/>
            <a:ext cx="26292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solidFill>
                  <a:schemeClr val="lt1"/>
                </a:solidFill>
              </a:rPr>
              <a:t>Doanh</a:t>
            </a:r>
            <a:endParaRPr sz="3600">
              <a:solidFill>
                <a:schemeClr val="lt1"/>
              </a:solidFill>
            </a:endParaRPr>
          </a:p>
        </p:txBody>
      </p:sp>
      <p:sp>
        <p:nvSpPr>
          <p:cNvPr id="300" name="Google Shape;300;p39"/>
          <p:cNvSpPr txBox="1"/>
          <p:nvPr>
            <p:ph type="ctrTitle"/>
          </p:nvPr>
        </p:nvSpPr>
        <p:spPr>
          <a:xfrm flipH="1">
            <a:off x="457200" y="234562"/>
            <a:ext cx="8229600" cy="670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Roles</a:t>
            </a:r>
            <a:endParaRPr sz="4500"/>
          </a:p>
        </p:txBody>
      </p:sp>
      <p:sp>
        <p:nvSpPr>
          <p:cNvPr id="301" name="Google Shape;301;p39"/>
          <p:cNvSpPr txBox="1"/>
          <p:nvPr>
            <p:ph idx="1" type="subTitle"/>
          </p:nvPr>
        </p:nvSpPr>
        <p:spPr>
          <a:xfrm>
            <a:off x="1933899" y="2159900"/>
            <a:ext cx="2142300" cy="36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Full-Stack Developer/Tester</a:t>
            </a:r>
            <a:endParaRPr sz="1800"/>
          </a:p>
        </p:txBody>
      </p:sp>
      <p:sp>
        <p:nvSpPr>
          <p:cNvPr id="302" name="Google Shape;302;p39"/>
          <p:cNvSpPr txBox="1"/>
          <p:nvPr>
            <p:ph idx="5" type="ctrTitle"/>
          </p:nvPr>
        </p:nvSpPr>
        <p:spPr>
          <a:xfrm>
            <a:off x="4824357" y="1582099"/>
            <a:ext cx="26292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solidFill>
                  <a:schemeClr val="lt1"/>
                </a:solidFill>
              </a:rPr>
              <a:t>Regina</a:t>
            </a:r>
            <a:endParaRPr sz="3600">
              <a:solidFill>
                <a:schemeClr val="lt1"/>
              </a:solidFill>
            </a:endParaRPr>
          </a:p>
        </p:txBody>
      </p:sp>
      <p:sp>
        <p:nvSpPr>
          <p:cNvPr id="303" name="Google Shape;303;p39"/>
          <p:cNvSpPr txBox="1"/>
          <p:nvPr>
            <p:ph idx="6" type="subTitle"/>
          </p:nvPr>
        </p:nvSpPr>
        <p:spPr>
          <a:xfrm>
            <a:off x="4967748" y="2204488"/>
            <a:ext cx="2342400" cy="36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t>Full-Stack Developer/Tester</a:t>
            </a:r>
            <a:endParaRPr sz="1800"/>
          </a:p>
          <a:p>
            <a:pPr indent="0" lvl="0" marL="0" rtl="0" algn="ctr">
              <a:spcBef>
                <a:spcPts val="0"/>
              </a:spcBef>
              <a:spcAft>
                <a:spcPts val="0"/>
              </a:spcAft>
              <a:buNone/>
            </a:pPr>
            <a:r>
              <a:t/>
            </a:r>
            <a:endParaRPr/>
          </a:p>
        </p:txBody>
      </p:sp>
      <p:sp>
        <p:nvSpPr>
          <p:cNvPr id="304" name="Google Shape;304;p39"/>
          <p:cNvSpPr txBox="1"/>
          <p:nvPr/>
        </p:nvSpPr>
        <p:spPr>
          <a:xfrm>
            <a:off x="1296600" y="1059675"/>
            <a:ext cx="6550800" cy="36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Roboto Condensed"/>
                <a:ea typeface="Roboto Condensed"/>
                <a:cs typeface="Roboto Condensed"/>
                <a:sym typeface="Roboto Condensed"/>
              </a:rPr>
              <a:t>All team members will work on the tasks throughout, switching between developing and testing.</a:t>
            </a:r>
            <a:endParaRPr sz="1600">
              <a:solidFill>
                <a:schemeClr val="lt1"/>
              </a:solidFill>
              <a:latin typeface="Roboto Condensed"/>
              <a:ea typeface="Roboto Condensed"/>
              <a:cs typeface="Roboto Condensed"/>
              <a:sym typeface="Roboto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0"/>
          <p:cNvSpPr txBox="1"/>
          <p:nvPr>
            <p:ph type="ctrTitle"/>
          </p:nvPr>
        </p:nvSpPr>
        <p:spPr>
          <a:xfrm flipH="1">
            <a:off x="1187500" y="445025"/>
            <a:ext cx="6784500" cy="85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Timeline</a:t>
            </a:r>
            <a:endParaRPr sz="4500"/>
          </a:p>
        </p:txBody>
      </p:sp>
      <p:pic>
        <p:nvPicPr>
          <p:cNvPr id="310" name="Google Shape;310;p40"/>
          <p:cNvPicPr preferRelativeResize="0"/>
          <p:nvPr/>
        </p:nvPicPr>
        <p:blipFill rotWithShape="1">
          <a:blip r:embed="rId3">
            <a:alphaModFix/>
          </a:blip>
          <a:srcRect b="16930" l="0" r="0" t="0"/>
          <a:stretch/>
        </p:blipFill>
        <p:spPr>
          <a:xfrm>
            <a:off x="2032050" y="1301225"/>
            <a:ext cx="5079900" cy="31649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1"/>
          <p:cNvSpPr txBox="1"/>
          <p:nvPr>
            <p:ph idx="1" type="subTitle"/>
          </p:nvPr>
        </p:nvSpPr>
        <p:spPr>
          <a:xfrm>
            <a:off x="1255350" y="1454625"/>
            <a:ext cx="6633300" cy="3243900"/>
          </a:xfrm>
          <a:prstGeom prst="rect">
            <a:avLst/>
          </a:prstGeom>
        </p:spPr>
        <p:txBody>
          <a:bodyPr anchorCtr="0" anchor="ctr" bIns="91425" lIns="91425" spcFirstLastPara="1" rIns="91425" wrap="square" tIns="91425">
            <a:noAutofit/>
          </a:bodyPr>
          <a:lstStyle/>
          <a:p>
            <a:pPr indent="-317500" lvl="0" marL="457200" rtl="0" algn="l">
              <a:lnSpc>
                <a:spcPct val="115000"/>
              </a:lnSpc>
              <a:spcBef>
                <a:spcPts val="0"/>
              </a:spcBef>
              <a:spcAft>
                <a:spcPts val="0"/>
              </a:spcAft>
              <a:buClr>
                <a:schemeClr val="lt1"/>
              </a:buClr>
              <a:buSzPts val="1400"/>
              <a:buFont typeface="Roboto Condensed"/>
              <a:buChar char="●"/>
            </a:pPr>
            <a:r>
              <a:rPr lang="en" sz="1400" u="sng">
                <a:latin typeface="Roboto Condensed"/>
                <a:ea typeface="Roboto Condensed"/>
                <a:cs typeface="Roboto Condensed"/>
                <a:sym typeface="Roboto Condensed"/>
                <a:hlinkClick r:id="rId3"/>
              </a:rPr>
              <a:t>https://docs.ansible.com/ansible/latest/plugins/plugins.html</a:t>
            </a:r>
            <a:r>
              <a:rPr lang="en" sz="1400">
                <a:latin typeface="Roboto Condensed"/>
                <a:ea typeface="Roboto Condensed"/>
                <a:cs typeface="Roboto Condensed"/>
                <a:sym typeface="Roboto Condensed"/>
              </a:rPr>
              <a:t> </a:t>
            </a:r>
            <a:endParaRPr sz="1400">
              <a:latin typeface="Roboto Condensed"/>
              <a:ea typeface="Roboto Condensed"/>
              <a:cs typeface="Roboto Condensed"/>
              <a:sym typeface="Roboto Condensed"/>
            </a:endParaRPr>
          </a:p>
          <a:p>
            <a:pPr indent="-317500" lvl="0" marL="457200" rtl="0" algn="l">
              <a:lnSpc>
                <a:spcPct val="115000"/>
              </a:lnSpc>
              <a:spcBef>
                <a:spcPts val="0"/>
              </a:spcBef>
              <a:spcAft>
                <a:spcPts val="0"/>
              </a:spcAft>
              <a:buClr>
                <a:schemeClr val="lt1"/>
              </a:buClr>
              <a:buSzPts val="1400"/>
              <a:buFont typeface="Roboto Condensed"/>
              <a:buChar char="●"/>
            </a:pPr>
            <a:r>
              <a:rPr lang="en" sz="1400" u="sng">
                <a:latin typeface="Roboto Condensed"/>
                <a:ea typeface="Roboto Condensed"/>
                <a:cs typeface="Roboto Condensed"/>
                <a:sym typeface="Roboto Condensed"/>
                <a:hlinkClick r:id="rId4"/>
              </a:rPr>
              <a:t>https://docs.ansible.com/ansible/latest/dev_guide/developing_plugins.html</a:t>
            </a:r>
            <a:endParaRPr sz="1400">
              <a:latin typeface="Roboto Condensed"/>
              <a:ea typeface="Roboto Condensed"/>
              <a:cs typeface="Roboto Condensed"/>
              <a:sym typeface="Roboto Condensed"/>
            </a:endParaRPr>
          </a:p>
          <a:p>
            <a:pPr indent="-317500" lvl="0" marL="457200" rtl="0" algn="l">
              <a:lnSpc>
                <a:spcPct val="115000"/>
              </a:lnSpc>
              <a:spcBef>
                <a:spcPts val="0"/>
              </a:spcBef>
              <a:spcAft>
                <a:spcPts val="0"/>
              </a:spcAft>
              <a:buClr>
                <a:schemeClr val="lt1"/>
              </a:buClr>
              <a:buSzPts val="1400"/>
              <a:buFont typeface="Roboto Condensed"/>
              <a:buChar char="●"/>
            </a:pPr>
            <a:r>
              <a:rPr lang="en" sz="1400" u="sng">
                <a:latin typeface="Roboto Condensed"/>
                <a:ea typeface="Roboto Condensed"/>
                <a:cs typeface="Roboto Condensed"/>
                <a:sym typeface="Roboto Condensed"/>
                <a:hlinkClick r:id="rId5"/>
              </a:rPr>
              <a:t>https://www.ansible.com/overview/how-ansible-works</a:t>
            </a:r>
            <a:r>
              <a:rPr lang="en" sz="1400">
                <a:latin typeface="Roboto Condensed"/>
                <a:ea typeface="Roboto Condensed"/>
                <a:cs typeface="Roboto Condensed"/>
                <a:sym typeface="Roboto Condensed"/>
              </a:rPr>
              <a:t> </a:t>
            </a:r>
            <a:endParaRPr sz="1400">
              <a:latin typeface="Roboto Condensed"/>
              <a:ea typeface="Roboto Condensed"/>
              <a:cs typeface="Roboto Condensed"/>
              <a:sym typeface="Roboto Condensed"/>
            </a:endParaRPr>
          </a:p>
          <a:p>
            <a:pPr indent="-317500" lvl="0" marL="457200" rtl="0" algn="l">
              <a:lnSpc>
                <a:spcPct val="115000"/>
              </a:lnSpc>
              <a:spcBef>
                <a:spcPts val="0"/>
              </a:spcBef>
              <a:spcAft>
                <a:spcPts val="0"/>
              </a:spcAft>
              <a:buClr>
                <a:schemeClr val="lt1"/>
              </a:buClr>
              <a:buSzPts val="1400"/>
              <a:buFont typeface="Roboto Condensed"/>
              <a:buChar char="●"/>
            </a:pPr>
            <a:r>
              <a:rPr lang="en" sz="1400" u="sng">
                <a:latin typeface="Roboto Condensed"/>
                <a:ea typeface="Roboto Condensed"/>
                <a:cs typeface="Roboto Condensed"/>
                <a:sym typeface="Roboto Condensed"/>
                <a:hlinkClick r:id="rId6"/>
              </a:rPr>
              <a:t>https://www.youtube.com/watch?v=uIQE1_gomgw&amp;ab_channel=ApetechTechTutorials</a:t>
            </a:r>
            <a:r>
              <a:rPr lang="en" sz="1400">
                <a:latin typeface="Roboto Condensed"/>
                <a:ea typeface="Roboto Condensed"/>
                <a:cs typeface="Roboto Condensed"/>
                <a:sym typeface="Roboto Condensed"/>
              </a:rPr>
              <a:t> </a:t>
            </a:r>
            <a:endParaRPr sz="1400">
              <a:latin typeface="Roboto Condensed"/>
              <a:ea typeface="Roboto Condensed"/>
              <a:cs typeface="Roboto Condensed"/>
              <a:sym typeface="Roboto Condensed"/>
            </a:endParaRPr>
          </a:p>
          <a:p>
            <a:pPr indent="-317500" lvl="0" marL="457200" rtl="0" algn="l">
              <a:lnSpc>
                <a:spcPct val="115000"/>
              </a:lnSpc>
              <a:spcBef>
                <a:spcPts val="0"/>
              </a:spcBef>
              <a:spcAft>
                <a:spcPts val="0"/>
              </a:spcAft>
              <a:buClr>
                <a:schemeClr val="lt1"/>
              </a:buClr>
              <a:buSzPts val="1400"/>
              <a:buFont typeface="Roboto Condensed"/>
              <a:buChar char="●"/>
            </a:pPr>
            <a:r>
              <a:rPr lang="en" sz="1400" u="sng">
                <a:latin typeface="Roboto Condensed"/>
                <a:ea typeface="Roboto Condensed"/>
                <a:cs typeface="Roboto Condensed"/>
                <a:sym typeface="Roboto Condensed"/>
                <a:hlinkClick r:id="rId7"/>
              </a:rPr>
              <a:t>https://docs.ansible.com/ansible/latest/collections/ansible/builtin/index.html</a:t>
            </a:r>
            <a:r>
              <a:rPr lang="en" sz="1400">
                <a:latin typeface="Roboto Condensed"/>
                <a:ea typeface="Roboto Condensed"/>
                <a:cs typeface="Roboto Condensed"/>
                <a:sym typeface="Roboto Condensed"/>
              </a:rPr>
              <a:t> </a:t>
            </a:r>
            <a:endParaRPr sz="1400">
              <a:latin typeface="Roboto Condensed"/>
              <a:ea typeface="Roboto Condensed"/>
              <a:cs typeface="Roboto Condensed"/>
              <a:sym typeface="Roboto Condensed"/>
            </a:endParaRPr>
          </a:p>
          <a:p>
            <a:pPr indent="-317500" lvl="0" marL="457200" rtl="0" algn="l">
              <a:lnSpc>
                <a:spcPct val="115000"/>
              </a:lnSpc>
              <a:spcBef>
                <a:spcPts val="0"/>
              </a:spcBef>
              <a:spcAft>
                <a:spcPts val="0"/>
              </a:spcAft>
              <a:buClr>
                <a:schemeClr val="lt1"/>
              </a:buClr>
              <a:buSzPts val="1400"/>
              <a:buFont typeface="Roboto Condensed"/>
              <a:buChar char="●"/>
            </a:pPr>
            <a:r>
              <a:rPr lang="en" sz="1400" u="sng">
                <a:latin typeface="Roboto Condensed"/>
                <a:ea typeface="Roboto Condensed"/>
                <a:cs typeface="Roboto Condensed"/>
                <a:sym typeface="Roboto Condensed"/>
                <a:hlinkClick r:id="rId8"/>
              </a:rPr>
              <a:t>https://developer.atlassian.com/server/confluence/confluence-server-rest-api/</a:t>
            </a:r>
            <a:r>
              <a:rPr lang="en" sz="1400">
                <a:latin typeface="Roboto Condensed"/>
                <a:ea typeface="Roboto Condensed"/>
                <a:cs typeface="Roboto Condensed"/>
                <a:sym typeface="Roboto Condensed"/>
              </a:rPr>
              <a:t> </a:t>
            </a:r>
            <a:endParaRPr sz="1400">
              <a:latin typeface="Roboto Condensed"/>
              <a:ea typeface="Roboto Condensed"/>
              <a:cs typeface="Roboto Condensed"/>
              <a:sym typeface="Roboto Condensed"/>
            </a:endParaRPr>
          </a:p>
          <a:p>
            <a:pPr indent="-317500" lvl="0" marL="457200" rtl="0" algn="l">
              <a:lnSpc>
                <a:spcPct val="115000"/>
              </a:lnSpc>
              <a:spcBef>
                <a:spcPts val="0"/>
              </a:spcBef>
              <a:spcAft>
                <a:spcPts val="0"/>
              </a:spcAft>
              <a:buClr>
                <a:schemeClr val="lt1"/>
              </a:buClr>
              <a:buSzPts val="1400"/>
              <a:buFont typeface="Roboto Condensed"/>
              <a:buChar char="●"/>
            </a:pPr>
            <a:r>
              <a:rPr lang="en" sz="1400" u="sng">
                <a:latin typeface="Roboto Condensed"/>
                <a:ea typeface="Roboto Condensed"/>
                <a:cs typeface="Roboto Condensed"/>
                <a:sym typeface="Roboto Condensed"/>
                <a:hlinkClick r:id="rId9"/>
              </a:rPr>
              <a:t>https://docs.atlassian.com/ConfluenceServer/rest/8.4.2/</a:t>
            </a:r>
            <a:r>
              <a:rPr lang="en" sz="1400">
                <a:latin typeface="Roboto Condensed"/>
                <a:ea typeface="Roboto Condensed"/>
                <a:cs typeface="Roboto Condensed"/>
                <a:sym typeface="Roboto Condensed"/>
              </a:rPr>
              <a:t> </a:t>
            </a:r>
            <a:endParaRPr sz="1400">
              <a:latin typeface="Roboto Condensed"/>
              <a:ea typeface="Roboto Condensed"/>
              <a:cs typeface="Roboto Condensed"/>
              <a:sym typeface="Roboto Condensed"/>
            </a:endParaRPr>
          </a:p>
          <a:p>
            <a:pPr indent="-317500" lvl="0" marL="457200" rtl="0" algn="l">
              <a:lnSpc>
                <a:spcPct val="115000"/>
              </a:lnSpc>
              <a:spcBef>
                <a:spcPts val="0"/>
              </a:spcBef>
              <a:spcAft>
                <a:spcPts val="0"/>
              </a:spcAft>
              <a:buClr>
                <a:schemeClr val="lt1"/>
              </a:buClr>
              <a:buSzPts val="1400"/>
              <a:buFont typeface="Roboto Condensed"/>
              <a:buChar char="●"/>
            </a:pPr>
            <a:r>
              <a:rPr lang="en" sz="1400" u="sng">
                <a:latin typeface="Roboto Condensed"/>
                <a:ea typeface="Roboto Condensed"/>
                <a:cs typeface="Roboto Condensed"/>
                <a:sym typeface="Roboto Condensed"/>
                <a:hlinkClick r:id="rId10"/>
              </a:rPr>
              <a:t>https://www.clairvoyant.ai/blog/confluent-platform-deployment-using-ansible-playbook</a:t>
            </a:r>
            <a:r>
              <a:rPr lang="en" sz="1400">
                <a:latin typeface="Roboto Condensed"/>
                <a:ea typeface="Roboto Condensed"/>
                <a:cs typeface="Roboto Condensed"/>
                <a:sym typeface="Roboto Condensed"/>
              </a:rPr>
              <a:t> </a:t>
            </a:r>
            <a:endParaRPr sz="1400">
              <a:latin typeface="Roboto Condensed"/>
              <a:ea typeface="Roboto Condensed"/>
              <a:cs typeface="Roboto Condensed"/>
              <a:sym typeface="Roboto Condensed"/>
            </a:endParaRPr>
          </a:p>
          <a:p>
            <a:pPr indent="-317500" lvl="0" marL="457200" rtl="0" algn="l">
              <a:lnSpc>
                <a:spcPct val="115000"/>
              </a:lnSpc>
              <a:spcBef>
                <a:spcPts val="0"/>
              </a:spcBef>
              <a:spcAft>
                <a:spcPts val="0"/>
              </a:spcAft>
              <a:buClr>
                <a:schemeClr val="lt1"/>
              </a:buClr>
              <a:buSzPts val="1400"/>
              <a:buFont typeface="Roboto Condensed"/>
              <a:buChar char="●"/>
            </a:pPr>
            <a:r>
              <a:rPr lang="en" sz="1400" u="sng">
                <a:latin typeface="Roboto Condensed"/>
                <a:ea typeface="Roboto Condensed"/>
                <a:cs typeface="Roboto Condensed"/>
                <a:sym typeface="Roboto Condensed"/>
                <a:hlinkClick r:id="rId11"/>
              </a:rPr>
              <a:t>https://www.pandadoc.com/blog/how-to-automate-documentation/</a:t>
            </a:r>
            <a:r>
              <a:rPr lang="en" sz="1400">
                <a:latin typeface="Roboto Condensed"/>
                <a:ea typeface="Roboto Condensed"/>
                <a:cs typeface="Roboto Condensed"/>
                <a:sym typeface="Roboto Condensed"/>
              </a:rPr>
              <a:t> </a:t>
            </a:r>
            <a:endParaRPr sz="1400">
              <a:latin typeface="Roboto Condensed"/>
              <a:ea typeface="Roboto Condensed"/>
              <a:cs typeface="Roboto Condensed"/>
              <a:sym typeface="Roboto Condensed"/>
            </a:endParaRPr>
          </a:p>
          <a:p>
            <a:pPr indent="-317500" lvl="0" marL="457200" rtl="0" algn="l">
              <a:lnSpc>
                <a:spcPct val="115000"/>
              </a:lnSpc>
              <a:spcBef>
                <a:spcPts val="0"/>
              </a:spcBef>
              <a:spcAft>
                <a:spcPts val="0"/>
              </a:spcAft>
              <a:buClr>
                <a:schemeClr val="lt1"/>
              </a:buClr>
              <a:buSzPts val="1400"/>
              <a:buFont typeface="Roboto Condensed"/>
              <a:buChar char="●"/>
            </a:pPr>
            <a:r>
              <a:rPr lang="en" sz="1400" u="sng">
                <a:solidFill>
                  <a:schemeClr val="hlink"/>
                </a:solidFill>
                <a:latin typeface="Roboto Condensed"/>
                <a:ea typeface="Roboto Condensed"/>
                <a:cs typeface="Roboto Condensed"/>
                <a:sym typeface="Roboto Condensed"/>
                <a:hlinkClick r:id="rId12"/>
              </a:rPr>
              <a:t>https://docs.ansible.com/ansible/latest/playbook_guide/playbooks_vars_facts.html</a:t>
            </a:r>
            <a:r>
              <a:rPr lang="en" sz="1400">
                <a:latin typeface="Roboto Condensed"/>
                <a:ea typeface="Roboto Condensed"/>
                <a:cs typeface="Roboto Condensed"/>
                <a:sym typeface="Roboto Condensed"/>
              </a:rPr>
              <a:t> </a:t>
            </a:r>
            <a:endParaRPr sz="1400">
              <a:latin typeface="Roboto Condensed"/>
              <a:ea typeface="Roboto Condensed"/>
              <a:cs typeface="Roboto Condensed"/>
              <a:sym typeface="Roboto Condensed"/>
            </a:endParaRPr>
          </a:p>
        </p:txBody>
      </p:sp>
      <p:sp>
        <p:nvSpPr>
          <p:cNvPr id="316" name="Google Shape;316;p41"/>
          <p:cNvSpPr txBox="1"/>
          <p:nvPr>
            <p:ph type="ctrTitle"/>
          </p:nvPr>
        </p:nvSpPr>
        <p:spPr>
          <a:xfrm flipH="1">
            <a:off x="502200" y="445025"/>
            <a:ext cx="81846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References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 Startup by Slidesgo">
  <a:themeElements>
    <a:clrScheme name="Simple Light">
      <a:dk1>
        <a:srgbClr val="000000"/>
      </a:dk1>
      <a:lt1>
        <a:srgbClr val="FFFFFF"/>
      </a:lt1>
      <a:dk2>
        <a:srgbClr val="595959"/>
      </a:dk2>
      <a:lt2>
        <a:srgbClr val="EEEEEE"/>
      </a:lt2>
      <a:accent1>
        <a:srgbClr val="88D3CE"/>
      </a:accent1>
      <a:accent2>
        <a:srgbClr val="423864"/>
      </a:accent2>
      <a:accent3>
        <a:srgbClr val="78909C"/>
      </a:accent3>
      <a:accent4>
        <a:srgbClr val="88D3CE"/>
      </a:accent4>
      <a:accent5>
        <a:srgbClr val="0097A7"/>
      </a:accent5>
      <a:accent6>
        <a:srgbClr val="423864"/>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